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8" r:id="rId3"/>
    <p:sldId id="309" r:id="rId4"/>
    <p:sldId id="304" r:id="rId5"/>
    <p:sldId id="305" r:id="rId6"/>
    <p:sldId id="301" r:id="rId7"/>
    <p:sldId id="310" r:id="rId8"/>
    <p:sldId id="299" r:id="rId9"/>
    <p:sldId id="311" r:id="rId10"/>
    <p:sldId id="308" r:id="rId11"/>
    <p:sldId id="306" r:id="rId12"/>
    <p:sldId id="307" r:id="rId13"/>
    <p:sldId id="30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65" autoAdjust="0"/>
    <p:restoredTop sz="94660"/>
  </p:normalViewPr>
  <p:slideViewPr>
    <p:cSldViewPr>
      <p:cViewPr varScale="1">
        <p:scale>
          <a:sx n="84" d="100"/>
          <a:sy n="84" d="100"/>
        </p:scale>
        <p:origin x="186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58F92CF6-BACF-445C-92FF-2B38970E5D35}"/>
    <pc:docChg chg="undo custSel addSld delSld modSld sldOrd modMainMaster">
      <pc:chgData name="Shambhu Kumar" userId="74963117abc18628" providerId="LiveId" clId="{58F92CF6-BACF-445C-92FF-2B38970E5D35}" dt="2023-12-22T05:39:37.121" v="3640" actId="20577"/>
      <pc:docMkLst>
        <pc:docMk/>
      </pc:docMkLst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74944141" sldId="256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32979404" sldId="257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66770094" sldId="25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15382612" sldId="259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510639890" sldId="260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57663604" sldId="261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792246713" sldId="262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7294854" sldId="263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293401456" sldId="264"/>
        </pc:sldMkLst>
      </pc:sldChg>
      <pc:sldChg chg="addSp delSp modSp mod setBg">
        <pc:chgData name="Shambhu Kumar" userId="74963117abc18628" providerId="LiveId" clId="{58F92CF6-BACF-445C-92FF-2B38970E5D35}" dt="2023-12-20T02:03:02.247" v="3574" actId="20577"/>
        <pc:sldMkLst>
          <pc:docMk/>
          <pc:sldMk cId="3598742032" sldId="265"/>
        </pc:sldMkLst>
        <pc:spChg chg="add mod">
          <ac:chgData name="Shambhu Kumar" userId="74963117abc18628" providerId="LiveId" clId="{58F92CF6-BACF-445C-92FF-2B38970E5D35}" dt="2023-12-20T02:03:02.247" v="3574" actId="20577"/>
          <ac:spMkLst>
            <pc:docMk/>
            <pc:sldMk cId="3598742032" sldId="265"/>
            <ac:spMk id="2" creationId="{F1B137EB-D9F0-5A40-B6BA-82CB0A8A3DD3}"/>
          </ac:spMkLst>
        </pc:spChg>
        <pc:spChg chg="del">
          <ac:chgData name="Shambhu Kumar" userId="74963117abc18628" providerId="LiveId" clId="{58F92CF6-BACF-445C-92FF-2B38970E5D35}" dt="2023-12-20T02:02:31.429" v="3494" actId="478"/>
          <ac:spMkLst>
            <pc:docMk/>
            <pc:sldMk cId="3598742032" sldId="265"/>
            <ac:spMk id="4" creationId="{00000000-0000-0000-0000-000000000000}"/>
          </ac:spMkLst>
        </pc:spChg>
      </pc:sldChg>
      <pc:sldChg chg="del">
        <pc:chgData name="Shambhu Kumar" userId="74963117abc18628" providerId="LiveId" clId="{58F92CF6-BACF-445C-92FF-2B38970E5D35}" dt="2023-12-10T14:04:40.515" v="160" actId="2696"/>
        <pc:sldMkLst>
          <pc:docMk/>
          <pc:sldMk cId="4102768442" sldId="26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118215713" sldId="26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234218306" sldId="268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3877633" sldId="269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030359524" sldId="270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219857807" sldId="271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668735959" sldId="272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013901220" sldId="273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476945031" sldId="274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8588226" sldId="275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773969405" sldId="27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577435683" sldId="27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03624623" sldId="27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4080756765" sldId="279"/>
        </pc:sldMkLst>
      </pc:sldChg>
      <pc:sldChg chg="addSp delSp modSp mod setBg">
        <pc:chgData name="Shambhu Kumar" userId="74963117abc18628" providerId="LiveId" clId="{58F92CF6-BACF-445C-92FF-2B38970E5D35}" dt="2023-12-15T02:47:28.871" v="3061"/>
        <pc:sldMkLst>
          <pc:docMk/>
          <pc:sldMk cId="3832484108" sldId="280"/>
        </pc:sldMkLst>
        <pc:spChg chg="mod">
          <ac:chgData name="Shambhu Kumar" userId="74963117abc18628" providerId="LiveId" clId="{58F92CF6-BACF-445C-92FF-2B38970E5D35}" dt="2023-12-10T13:54:42.687" v="33" actId="115"/>
          <ac:spMkLst>
            <pc:docMk/>
            <pc:sldMk cId="3832484108" sldId="280"/>
            <ac:spMk id="2" creationId="{00000000-0000-0000-0000-000000000000}"/>
          </ac:spMkLst>
        </pc:spChg>
        <pc:spChg chg="mod">
          <ac:chgData name="Shambhu Kumar" userId="74963117abc18628" providerId="LiveId" clId="{58F92CF6-BACF-445C-92FF-2B38970E5D35}" dt="2023-12-10T14:06:22.957" v="176" actId="20577"/>
          <ac:spMkLst>
            <pc:docMk/>
            <pc:sldMk cId="3832484108" sldId="280"/>
            <ac:spMk id="3" creationId="{00000000-0000-0000-0000-000000000000}"/>
          </ac:spMkLst>
        </pc:spChg>
        <pc:spChg chg="add del mod">
          <ac:chgData name="Shambhu Kumar" userId="74963117abc18628" providerId="LiveId" clId="{58F92CF6-BACF-445C-92FF-2B38970E5D35}" dt="2023-12-10T16:12:10.875" v="2279" actId="767"/>
          <ac:spMkLst>
            <pc:docMk/>
            <pc:sldMk cId="3832484108" sldId="280"/>
            <ac:spMk id="4" creationId="{AF5D9316-C39A-09EF-102A-DDADB9B3D71D}"/>
          </ac:spMkLst>
        </pc:spChg>
        <pc:spChg chg="add del mod">
          <ac:chgData name="Shambhu Kumar" userId="74963117abc18628" providerId="LiveId" clId="{58F92CF6-BACF-445C-92FF-2B38970E5D35}" dt="2023-12-10T16:13:06.305" v="2285" actId="11529"/>
          <ac:spMkLst>
            <pc:docMk/>
            <pc:sldMk cId="3832484108" sldId="280"/>
            <ac:spMk id="5" creationId="{5CE31FFD-10EE-CBC3-C1D4-C2CA20D8C90D}"/>
          </ac:spMkLst>
        </pc:spChg>
      </pc:sldChg>
      <pc:sldChg chg="modSp add del mod">
        <pc:chgData name="Shambhu Kumar" userId="74963117abc18628" providerId="LiveId" clId="{58F92CF6-BACF-445C-92FF-2B38970E5D35}" dt="2023-12-10T14:06:31.753" v="177" actId="2696"/>
        <pc:sldMkLst>
          <pc:docMk/>
          <pc:sldMk cId="657842467" sldId="281"/>
        </pc:sldMkLst>
        <pc:spChg chg="mod">
          <ac:chgData name="Shambhu Kumar" userId="74963117abc18628" providerId="LiveId" clId="{58F92CF6-BACF-445C-92FF-2B38970E5D35}" dt="2023-12-10T14:04:52.835" v="163" actId="20577"/>
          <ac:spMkLst>
            <pc:docMk/>
            <pc:sldMk cId="657842467" sldId="28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3T05:26:43.796" v="2638"/>
        <pc:sldMkLst>
          <pc:docMk/>
          <pc:sldMk cId="1945831170" sldId="281"/>
        </pc:sldMkLst>
        <pc:spChg chg="mod">
          <ac:chgData name="Shambhu Kumar" userId="74963117abc18628" providerId="LiveId" clId="{58F92CF6-BACF-445C-92FF-2B38970E5D35}" dt="2023-12-10T14:06:57.335" v="199" actId="20577"/>
          <ac:spMkLst>
            <pc:docMk/>
            <pc:sldMk cId="1945831170" sldId="281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4T00:36:53.425" v="2649" actId="20577"/>
        <pc:sldMkLst>
          <pc:docMk/>
          <pc:sldMk cId="3599725201" sldId="282"/>
        </pc:sldMkLst>
        <pc:spChg chg="mod">
          <ac:chgData name="Shambhu Kumar" userId="74963117abc18628" providerId="LiveId" clId="{58F92CF6-BACF-445C-92FF-2B38970E5D35}" dt="2023-12-14T00:36:53.425" v="2649" actId="20577"/>
          <ac:spMkLst>
            <pc:docMk/>
            <pc:sldMk cId="3599725201" sldId="282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4T05:46:25.146" v="2731" actId="20577"/>
        <pc:sldMkLst>
          <pc:docMk/>
          <pc:sldMk cId="352385507" sldId="283"/>
        </pc:sldMkLst>
        <pc:spChg chg="mod">
          <ac:chgData name="Shambhu Kumar" userId="74963117abc18628" providerId="LiveId" clId="{58F92CF6-BACF-445C-92FF-2B38970E5D35}" dt="2023-12-14T05:46:25.146" v="2731" actId="20577"/>
          <ac:spMkLst>
            <pc:docMk/>
            <pc:sldMk cId="352385507" sldId="283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4T00:37:06.456" v="2653" actId="20577"/>
        <pc:sldMkLst>
          <pc:docMk/>
          <pc:sldMk cId="3928356547" sldId="284"/>
        </pc:sldMkLst>
        <pc:spChg chg="mod">
          <ac:chgData name="Shambhu Kumar" userId="74963117abc18628" providerId="LiveId" clId="{58F92CF6-BACF-445C-92FF-2B38970E5D35}" dt="2023-12-14T00:37:06.456" v="2653" actId="20577"/>
          <ac:spMkLst>
            <pc:docMk/>
            <pc:sldMk cId="3928356547" sldId="284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9T17:00:57.847" v="3417" actId="20577"/>
        <pc:sldMkLst>
          <pc:docMk/>
          <pc:sldMk cId="3957384625" sldId="285"/>
        </pc:sldMkLst>
        <pc:spChg chg="mod">
          <ac:chgData name="Shambhu Kumar" userId="74963117abc18628" providerId="LiveId" clId="{58F92CF6-BACF-445C-92FF-2B38970E5D35}" dt="2023-12-19T17:00:57.847" v="3417" actId="20577"/>
          <ac:spMkLst>
            <pc:docMk/>
            <pc:sldMk cId="3957384625" sldId="285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9T17:03:56.723" v="3441" actId="20577"/>
        <pc:sldMkLst>
          <pc:docMk/>
          <pc:sldMk cId="594101506" sldId="286"/>
        </pc:sldMkLst>
        <pc:spChg chg="mod">
          <ac:chgData name="Shambhu Kumar" userId="74963117abc18628" providerId="LiveId" clId="{58F92CF6-BACF-445C-92FF-2B38970E5D35}" dt="2023-12-19T17:03:56.723" v="3441" actId="20577"/>
          <ac:spMkLst>
            <pc:docMk/>
            <pc:sldMk cId="594101506" sldId="286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22T02:13:41.213" v="3624" actId="20577"/>
        <pc:sldMkLst>
          <pc:docMk/>
          <pc:sldMk cId="1645863187" sldId="287"/>
        </pc:sldMkLst>
        <pc:spChg chg="mod">
          <ac:chgData name="Shambhu Kumar" userId="74963117abc18628" providerId="LiveId" clId="{58F92CF6-BACF-445C-92FF-2B38970E5D35}" dt="2023-12-22T02:13:41.213" v="3624" actId="20577"/>
          <ac:spMkLst>
            <pc:docMk/>
            <pc:sldMk cId="1645863187" sldId="287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4T00:36:32.045" v="2645" actId="20577"/>
        <pc:sldMkLst>
          <pc:docMk/>
          <pc:sldMk cId="371964513" sldId="288"/>
        </pc:sldMkLst>
        <pc:spChg chg="mod">
          <ac:chgData name="Shambhu Kumar" userId="74963117abc18628" providerId="LiveId" clId="{58F92CF6-BACF-445C-92FF-2B38970E5D35}" dt="2023-12-14T00:36:32.045" v="2645" actId="20577"/>
          <ac:spMkLst>
            <pc:docMk/>
            <pc:sldMk cId="371964513" sldId="288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22T02:13:48.935" v="3628" actId="20577"/>
        <pc:sldMkLst>
          <pc:docMk/>
          <pc:sldMk cId="2098352429" sldId="289"/>
        </pc:sldMkLst>
        <pc:spChg chg="mod">
          <ac:chgData name="Shambhu Kumar" userId="74963117abc18628" providerId="LiveId" clId="{58F92CF6-BACF-445C-92FF-2B38970E5D35}" dt="2023-12-22T02:13:48.935" v="3628" actId="20577"/>
          <ac:spMkLst>
            <pc:docMk/>
            <pc:sldMk cId="2098352429" sldId="289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22T02:13:56.885" v="3634" actId="20577"/>
        <pc:sldMkLst>
          <pc:docMk/>
          <pc:sldMk cId="924811520" sldId="290"/>
        </pc:sldMkLst>
        <pc:spChg chg="mod">
          <ac:chgData name="Shambhu Kumar" userId="74963117abc18628" providerId="LiveId" clId="{58F92CF6-BACF-445C-92FF-2B38970E5D35}" dt="2023-12-22T02:13:56.885" v="3634" actId="20577"/>
          <ac:spMkLst>
            <pc:docMk/>
            <pc:sldMk cId="924811520" sldId="290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22T02:14:06.787" v="3638" actId="20577"/>
        <pc:sldMkLst>
          <pc:docMk/>
          <pc:sldMk cId="3137961450" sldId="291"/>
        </pc:sldMkLst>
        <pc:spChg chg="mod">
          <ac:chgData name="Shambhu Kumar" userId="74963117abc18628" providerId="LiveId" clId="{58F92CF6-BACF-445C-92FF-2B38970E5D35}" dt="2023-12-22T02:14:06.787" v="3638" actId="20577"/>
          <ac:spMkLst>
            <pc:docMk/>
            <pc:sldMk cId="3137961450" sldId="291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1:09.473" v="3205" actId="2696"/>
        <pc:sldMkLst>
          <pc:docMk/>
          <pc:sldMk cId="3624263412" sldId="292"/>
        </pc:sldMkLst>
        <pc:spChg chg="mod">
          <ac:chgData name="Shambhu Kumar" userId="74963117abc18628" providerId="LiveId" clId="{58F92CF6-BACF-445C-92FF-2B38970E5D35}" dt="2023-12-14T00:38:42.398" v="2684" actId="20577"/>
          <ac:spMkLst>
            <pc:docMk/>
            <pc:sldMk cId="3624263412" sldId="292"/>
            <ac:spMk id="3" creationId="{00000000-0000-0000-0000-000000000000}"/>
          </ac:spMkLst>
        </pc:spChg>
      </pc:sldChg>
      <pc:sldChg chg="modSp add mod ord setBg">
        <pc:chgData name="Shambhu Kumar" userId="74963117abc18628" providerId="LiveId" clId="{58F92CF6-BACF-445C-92FF-2B38970E5D35}" dt="2023-12-22T02:13:24.343" v="3616" actId="20577"/>
        <pc:sldMkLst>
          <pc:docMk/>
          <pc:sldMk cId="1035884235" sldId="293"/>
        </pc:sldMkLst>
        <pc:spChg chg="mod">
          <ac:chgData name="Shambhu Kumar" userId="74963117abc18628" providerId="LiveId" clId="{58F92CF6-BACF-445C-92FF-2B38970E5D35}" dt="2023-12-22T02:13:24.343" v="3616" actId="20577"/>
          <ac:spMkLst>
            <pc:docMk/>
            <pc:sldMk cId="1035884235" sldId="293"/>
            <ac:spMk id="3" creationId="{00000000-0000-0000-0000-000000000000}"/>
          </ac:spMkLst>
        </pc:spChg>
      </pc:sldChg>
      <pc:sldChg chg="modSp add mod ord setBg">
        <pc:chgData name="Shambhu Kumar" userId="74963117abc18628" providerId="LiveId" clId="{58F92CF6-BACF-445C-92FF-2B38970E5D35}" dt="2023-12-22T05:39:37.121" v="3640" actId="20577"/>
        <pc:sldMkLst>
          <pc:docMk/>
          <pc:sldMk cId="1631588300" sldId="294"/>
        </pc:sldMkLst>
        <pc:spChg chg="mod">
          <ac:chgData name="Shambhu Kumar" userId="74963117abc18628" providerId="LiveId" clId="{58F92CF6-BACF-445C-92FF-2B38970E5D35}" dt="2023-12-22T05:39:37.121" v="3640" actId="20577"/>
          <ac:spMkLst>
            <pc:docMk/>
            <pc:sldMk cId="1631588300" sldId="294"/>
            <ac:spMk id="3" creationId="{00000000-0000-0000-0000-000000000000}"/>
          </ac:spMkLst>
        </pc:spChg>
      </pc:sldChg>
      <pc:sldChg chg="addSp delSp modSp add mod setBg">
        <pc:chgData name="Shambhu Kumar" userId="74963117abc18628" providerId="LiveId" clId="{58F92CF6-BACF-445C-92FF-2B38970E5D35}" dt="2023-12-17T16:31:52.389" v="3227" actId="20577"/>
        <pc:sldMkLst>
          <pc:docMk/>
          <pc:sldMk cId="1143264351" sldId="295"/>
        </pc:sldMkLst>
        <pc:spChg chg="mod">
          <ac:chgData name="Shambhu Kumar" userId="74963117abc18628" providerId="LiveId" clId="{58F92CF6-BACF-445C-92FF-2B38970E5D35}" dt="2023-12-17T16:31:52.389" v="3227" actId="20577"/>
          <ac:spMkLst>
            <pc:docMk/>
            <pc:sldMk cId="1143264351" sldId="295"/>
            <ac:spMk id="3" creationId="{00000000-0000-0000-0000-000000000000}"/>
          </ac:spMkLst>
        </pc:spChg>
        <pc:spChg chg="add del">
          <ac:chgData name="Shambhu Kumar" userId="74963117abc18628" providerId="LiveId" clId="{58F92CF6-BACF-445C-92FF-2B38970E5D35}" dt="2023-12-10T15:22:02.205" v="1357" actId="22"/>
          <ac:spMkLst>
            <pc:docMk/>
            <pc:sldMk cId="1143264351" sldId="295"/>
            <ac:spMk id="5" creationId="{6B69DFDF-CC07-6370-E46E-CCC8BD2C38F7}"/>
          </ac:spMkLst>
        </pc:spChg>
      </pc:sldChg>
      <pc:sldChg chg="modSp add del mod setBg">
        <pc:chgData name="Shambhu Kumar" userId="74963117abc18628" providerId="LiveId" clId="{58F92CF6-BACF-445C-92FF-2B38970E5D35}" dt="2023-12-17T16:32:21.065" v="3229" actId="2696"/>
        <pc:sldMkLst>
          <pc:docMk/>
          <pc:sldMk cId="2272133273" sldId="296"/>
        </pc:sldMkLst>
        <pc:spChg chg="mod">
          <ac:chgData name="Shambhu Kumar" userId="74963117abc18628" providerId="LiveId" clId="{58F92CF6-BACF-445C-92FF-2B38970E5D35}" dt="2023-12-17T16:31:57.139" v="3228" actId="20577"/>
          <ac:spMkLst>
            <pc:docMk/>
            <pc:sldMk cId="2272133273" sldId="296"/>
            <ac:spMk id="3" creationId="{00000000-0000-0000-0000-000000000000}"/>
          </ac:spMkLst>
        </pc:spChg>
      </pc:sldChg>
      <pc:sldChg chg="modSp add mod ord setBg">
        <pc:chgData name="Shambhu Kumar" userId="74963117abc18628" providerId="LiveId" clId="{58F92CF6-BACF-445C-92FF-2B38970E5D35}" dt="2023-12-15T05:48:04.197" v="3066" actId="20577"/>
        <pc:sldMkLst>
          <pc:docMk/>
          <pc:sldMk cId="71580609" sldId="297"/>
        </pc:sldMkLst>
        <pc:spChg chg="mod">
          <ac:chgData name="Shambhu Kumar" userId="74963117abc18628" providerId="LiveId" clId="{58F92CF6-BACF-445C-92FF-2B38970E5D35}" dt="2023-12-15T05:48:04.197" v="3066" actId="20577"/>
          <ac:spMkLst>
            <pc:docMk/>
            <pc:sldMk cId="71580609" sldId="297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7T16:32:35.074" v="3231" actId="20577"/>
        <pc:sldMkLst>
          <pc:docMk/>
          <pc:sldMk cId="1933057048" sldId="298"/>
        </pc:sldMkLst>
        <pc:spChg chg="mod">
          <ac:chgData name="Shambhu Kumar" userId="74963117abc18628" providerId="LiveId" clId="{58F92CF6-BACF-445C-92FF-2B38970E5D35}" dt="2023-12-17T16:32:35.074" v="3231" actId="20577"/>
          <ac:spMkLst>
            <pc:docMk/>
            <pc:sldMk cId="1933057048" sldId="298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7T16:32:41.870" v="3233" actId="20577"/>
        <pc:sldMkLst>
          <pc:docMk/>
          <pc:sldMk cId="3102780168" sldId="299"/>
        </pc:sldMkLst>
        <pc:spChg chg="mod">
          <ac:chgData name="Shambhu Kumar" userId="74963117abc18628" providerId="LiveId" clId="{58F92CF6-BACF-445C-92FF-2B38970E5D35}" dt="2023-12-17T16:32:41.870" v="3233" actId="20577"/>
          <ac:spMkLst>
            <pc:docMk/>
            <pc:sldMk cId="3102780168" sldId="299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7T16:32:50.280" v="3235" actId="20577"/>
        <pc:sldMkLst>
          <pc:docMk/>
          <pc:sldMk cId="1231572352" sldId="300"/>
        </pc:sldMkLst>
        <pc:spChg chg="mod">
          <ac:chgData name="Shambhu Kumar" userId="74963117abc18628" providerId="LiveId" clId="{58F92CF6-BACF-445C-92FF-2B38970E5D35}" dt="2023-12-17T16:32:50.280" v="3235" actId="20577"/>
          <ac:spMkLst>
            <pc:docMk/>
            <pc:sldMk cId="1231572352" sldId="300"/>
            <ac:spMk id="3" creationId="{00000000-0000-0000-0000-000000000000}"/>
          </ac:spMkLst>
        </pc:spChg>
      </pc:sldChg>
      <pc:sldChg chg="modSp add mod setBg">
        <pc:chgData name="Shambhu Kumar" userId="74963117abc18628" providerId="LiveId" clId="{58F92CF6-BACF-445C-92FF-2B38970E5D35}" dt="2023-12-17T16:33:07.498" v="3237" actId="20577"/>
        <pc:sldMkLst>
          <pc:docMk/>
          <pc:sldMk cId="155594289" sldId="301"/>
        </pc:sldMkLst>
        <pc:spChg chg="mod">
          <ac:chgData name="Shambhu Kumar" userId="74963117abc18628" providerId="LiveId" clId="{58F92CF6-BACF-445C-92FF-2B38970E5D35}" dt="2023-12-17T16:33:07.498" v="3237" actId="20577"/>
          <ac:spMkLst>
            <pc:docMk/>
            <pc:sldMk cId="155594289" sldId="301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20.394" v="3238" actId="2696"/>
        <pc:sldMkLst>
          <pc:docMk/>
          <pc:sldMk cId="1269152604" sldId="302"/>
        </pc:sldMkLst>
        <pc:spChg chg="mod">
          <ac:chgData name="Shambhu Kumar" userId="74963117abc18628" providerId="LiveId" clId="{58F92CF6-BACF-445C-92FF-2B38970E5D35}" dt="2023-12-14T00:41:28.168" v="2714" actId="20577"/>
          <ac:spMkLst>
            <pc:docMk/>
            <pc:sldMk cId="1269152604" sldId="302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34.024" v="3239" actId="2696"/>
        <pc:sldMkLst>
          <pc:docMk/>
          <pc:sldMk cId="2261122865" sldId="303"/>
        </pc:sldMkLst>
        <pc:spChg chg="mod">
          <ac:chgData name="Shambhu Kumar" userId="74963117abc18628" providerId="LiveId" clId="{58F92CF6-BACF-445C-92FF-2B38970E5D35}" dt="2023-12-14T00:41:33.718" v="2716" actId="20577"/>
          <ac:spMkLst>
            <pc:docMk/>
            <pc:sldMk cId="2261122865" sldId="303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39.195" v="3240" actId="2696"/>
        <pc:sldMkLst>
          <pc:docMk/>
          <pc:sldMk cId="401103732" sldId="304"/>
        </pc:sldMkLst>
        <pc:spChg chg="mod">
          <ac:chgData name="Shambhu Kumar" userId="74963117abc18628" providerId="LiveId" clId="{58F92CF6-BACF-445C-92FF-2B38970E5D35}" dt="2023-12-14T00:41:40.461" v="2718" actId="20577"/>
          <ac:spMkLst>
            <pc:docMk/>
            <pc:sldMk cId="401103732" sldId="304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43.872" v="3241" actId="2696"/>
        <pc:sldMkLst>
          <pc:docMk/>
          <pc:sldMk cId="230828202" sldId="305"/>
        </pc:sldMkLst>
        <pc:spChg chg="mod">
          <ac:chgData name="Shambhu Kumar" userId="74963117abc18628" providerId="LiveId" clId="{58F92CF6-BACF-445C-92FF-2B38970E5D35}" dt="2023-12-14T00:41:48.007" v="2722" actId="20577"/>
          <ac:spMkLst>
            <pc:docMk/>
            <pc:sldMk cId="230828202" sldId="305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51.969" v="3242" actId="2696"/>
        <pc:sldMkLst>
          <pc:docMk/>
          <pc:sldMk cId="1361630470" sldId="306"/>
        </pc:sldMkLst>
        <pc:spChg chg="mod">
          <ac:chgData name="Shambhu Kumar" userId="74963117abc18628" providerId="LiveId" clId="{58F92CF6-BACF-445C-92FF-2B38970E5D35}" dt="2023-12-14T00:41:54.424" v="2724" actId="20577"/>
          <ac:spMkLst>
            <pc:docMk/>
            <pc:sldMk cId="1361630470" sldId="306"/>
            <ac:spMk id="3" creationId="{00000000-0000-0000-0000-000000000000}"/>
          </ac:spMkLst>
        </pc:spChg>
      </pc:sldChg>
      <pc:sldChg chg="modSp add del mod setBg">
        <pc:chgData name="Shambhu Kumar" userId="74963117abc18628" providerId="LiveId" clId="{58F92CF6-BACF-445C-92FF-2B38970E5D35}" dt="2023-12-17T16:33:56.203" v="3243" actId="2696"/>
        <pc:sldMkLst>
          <pc:docMk/>
          <pc:sldMk cId="1004938374" sldId="307"/>
        </pc:sldMkLst>
        <pc:spChg chg="mod">
          <ac:chgData name="Shambhu Kumar" userId="74963117abc18628" providerId="LiveId" clId="{58F92CF6-BACF-445C-92FF-2B38970E5D35}" dt="2023-12-14T00:42:01.424" v="2726" actId="20577"/>
          <ac:spMkLst>
            <pc:docMk/>
            <pc:sldMk cId="1004938374" sldId="307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7T16:34:13.915" v="3247" actId="20577"/>
        <pc:sldMkLst>
          <pc:docMk/>
          <pc:sldMk cId="931772280" sldId="308"/>
        </pc:sldMkLst>
        <pc:spChg chg="mod">
          <ac:chgData name="Shambhu Kumar" userId="74963117abc18628" providerId="LiveId" clId="{58F92CF6-BACF-445C-92FF-2B38970E5D35}" dt="2023-12-17T16:34:13.915" v="3247" actId="20577"/>
          <ac:spMkLst>
            <pc:docMk/>
            <pc:sldMk cId="931772280" sldId="308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4T00:36:22.825" v="2641" actId="20577"/>
        <pc:sldMkLst>
          <pc:docMk/>
          <pc:sldMk cId="1148317247" sldId="309"/>
        </pc:sldMkLst>
        <pc:spChg chg="mod">
          <ac:chgData name="Shambhu Kumar" userId="74963117abc18628" providerId="LiveId" clId="{58F92CF6-BACF-445C-92FF-2B38970E5D35}" dt="2023-12-14T00:36:22.825" v="2641" actId="20577"/>
          <ac:spMkLst>
            <pc:docMk/>
            <pc:sldMk cId="1148317247" sldId="309"/>
            <ac:spMk id="3" creationId="{00000000-0000-0000-0000-000000000000}"/>
          </ac:spMkLst>
        </pc:spChg>
      </pc:sldChg>
      <pc:sldChg chg="add del">
        <pc:chgData name="Shambhu Kumar" userId="74963117abc18628" providerId="LiveId" clId="{58F92CF6-BACF-445C-92FF-2B38970E5D35}" dt="2023-12-10T18:34:18.886" v="2404" actId="2890"/>
        <pc:sldMkLst>
          <pc:docMk/>
          <pc:sldMk cId="2189798359" sldId="309"/>
        </pc:sldMkLst>
      </pc:sldChg>
      <pc:sldChg chg="modSp add mod">
        <pc:chgData name="Shambhu Kumar" userId="74963117abc18628" providerId="LiveId" clId="{58F92CF6-BACF-445C-92FF-2B38970E5D35}" dt="2023-12-17T16:35:56.795" v="3380" actId="20577"/>
        <pc:sldMkLst>
          <pc:docMk/>
          <pc:sldMk cId="2338036925" sldId="310"/>
        </pc:sldMkLst>
        <pc:spChg chg="mod">
          <ac:chgData name="Shambhu Kumar" userId="74963117abc18628" providerId="LiveId" clId="{58F92CF6-BACF-445C-92FF-2B38970E5D35}" dt="2023-12-17T16:35:56.795" v="3380" actId="20577"/>
          <ac:spMkLst>
            <pc:docMk/>
            <pc:sldMk cId="2338036925" sldId="310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5T02:40:36.983" v="2866" actId="20577"/>
        <pc:sldMkLst>
          <pc:docMk/>
          <pc:sldMk cId="3254867846" sldId="311"/>
        </pc:sldMkLst>
        <pc:spChg chg="mod">
          <ac:chgData name="Shambhu Kumar" userId="74963117abc18628" providerId="LiveId" clId="{58F92CF6-BACF-445C-92FF-2B38970E5D35}" dt="2023-12-15T02:40:36.983" v="2866" actId="20577"/>
          <ac:spMkLst>
            <pc:docMk/>
            <pc:sldMk cId="3254867846" sldId="311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5T02:42:29.032" v="2887" actId="20577"/>
        <pc:sldMkLst>
          <pc:docMk/>
          <pc:sldMk cId="1733838905" sldId="312"/>
        </pc:sldMkLst>
        <pc:spChg chg="mod">
          <ac:chgData name="Shambhu Kumar" userId="74963117abc18628" providerId="LiveId" clId="{58F92CF6-BACF-445C-92FF-2B38970E5D35}" dt="2023-12-15T02:42:29.032" v="2887" actId="20577"/>
          <ac:spMkLst>
            <pc:docMk/>
            <pc:sldMk cId="1733838905" sldId="312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5T02:43:42.070" v="2943" actId="20577"/>
        <pc:sldMkLst>
          <pc:docMk/>
          <pc:sldMk cId="2134506616" sldId="313"/>
        </pc:sldMkLst>
        <pc:spChg chg="mod">
          <ac:chgData name="Shambhu Kumar" userId="74963117abc18628" providerId="LiveId" clId="{58F92CF6-BACF-445C-92FF-2B38970E5D35}" dt="2023-12-15T02:43:42.070" v="2943" actId="20577"/>
          <ac:spMkLst>
            <pc:docMk/>
            <pc:sldMk cId="2134506616" sldId="313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7T16:27:19.453" v="3131" actId="20577"/>
        <pc:sldMkLst>
          <pc:docMk/>
          <pc:sldMk cId="1066938992" sldId="314"/>
        </pc:sldMkLst>
        <pc:spChg chg="mod">
          <ac:chgData name="Shambhu Kumar" userId="74963117abc18628" providerId="LiveId" clId="{58F92CF6-BACF-445C-92FF-2B38970E5D35}" dt="2023-12-17T16:27:19.453" v="3131" actId="20577"/>
          <ac:spMkLst>
            <pc:docMk/>
            <pc:sldMk cId="1066938992" sldId="314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7T16:27:51.805" v="3155" actId="20577"/>
        <pc:sldMkLst>
          <pc:docMk/>
          <pc:sldMk cId="509800490" sldId="315"/>
        </pc:sldMkLst>
        <pc:spChg chg="mod">
          <ac:chgData name="Shambhu Kumar" userId="74963117abc18628" providerId="LiveId" clId="{58F92CF6-BACF-445C-92FF-2B38970E5D35}" dt="2023-12-17T16:27:51.805" v="3155" actId="20577"/>
          <ac:spMkLst>
            <pc:docMk/>
            <pc:sldMk cId="509800490" sldId="315"/>
            <ac:spMk id="3" creationId="{00000000-0000-0000-0000-000000000000}"/>
          </ac:spMkLst>
        </pc:spChg>
      </pc:sldChg>
      <pc:sldChg chg="modSp add mod">
        <pc:chgData name="Shambhu Kumar" userId="74963117abc18628" providerId="LiveId" clId="{58F92CF6-BACF-445C-92FF-2B38970E5D35}" dt="2023-12-17T16:28:09.462" v="3166" actId="20577"/>
        <pc:sldMkLst>
          <pc:docMk/>
          <pc:sldMk cId="2507636787" sldId="316"/>
        </pc:sldMkLst>
        <pc:spChg chg="mod">
          <ac:chgData name="Shambhu Kumar" userId="74963117abc18628" providerId="LiveId" clId="{58F92CF6-BACF-445C-92FF-2B38970E5D35}" dt="2023-12-17T16:28:09.462" v="3166" actId="20577"/>
          <ac:spMkLst>
            <pc:docMk/>
            <pc:sldMk cId="2507636787" sldId="316"/>
            <ac:spMk id="3" creationId="{00000000-0000-0000-0000-000000000000}"/>
          </ac:spMkLst>
        </pc:spChg>
      </pc:sldChg>
      <pc:sldMasterChg chg="setBg modSldLayout">
        <pc:chgData name="Shambhu Kumar" userId="74963117abc18628" providerId="LiveId" clId="{58F92CF6-BACF-445C-92FF-2B38970E5D35}" dt="2023-12-13T05:26:43.796" v="2638"/>
        <pc:sldMasterMkLst>
          <pc:docMk/>
          <pc:sldMasterMk cId="0" sldId="2147483648"/>
        </pc:sldMasterMkLst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58F92CF6-BACF-445C-92FF-2B38970E5D35}" dt="2023-12-13T05:26:43.796" v="2638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5656B3AD-CCBE-40D8-8FAC-37948F411894}"/>
    <pc:docChg chg="undo custSel addSld delSld modSld sldOrd">
      <pc:chgData name="Shambhu Kumar" userId="74963117abc18628" providerId="LiveId" clId="{5656B3AD-CCBE-40D8-8FAC-37948F411894}" dt="2023-12-27T02:17:47.275" v="712" actId="20577"/>
      <pc:docMkLst>
        <pc:docMk/>
      </pc:docMkLst>
      <pc:sldChg chg="del">
        <pc:chgData name="Shambhu Kumar" userId="74963117abc18628" providerId="LiveId" clId="{5656B3AD-CCBE-40D8-8FAC-37948F411894}" dt="2023-12-23T02:14:55.977" v="8" actId="47"/>
        <pc:sldMkLst>
          <pc:docMk/>
          <pc:sldMk cId="3598742032" sldId="265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832484108" sldId="280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1945831170" sldId="281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599725201" sldId="282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52385507" sldId="283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928356547" sldId="284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957384625" sldId="285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594101506" sldId="286"/>
        </pc:sldMkLst>
      </pc:sldChg>
      <pc:sldChg chg="del">
        <pc:chgData name="Shambhu Kumar" userId="74963117abc18628" providerId="LiveId" clId="{5656B3AD-CCBE-40D8-8FAC-37948F411894}" dt="2023-12-23T02:14:21.974" v="2" actId="47"/>
        <pc:sldMkLst>
          <pc:docMk/>
          <pc:sldMk cId="1645863187" sldId="287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71964513" sldId="288"/>
        </pc:sldMkLst>
      </pc:sldChg>
      <pc:sldChg chg="del">
        <pc:chgData name="Shambhu Kumar" userId="74963117abc18628" providerId="LiveId" clId="{5656B3AD-CCBE-40D8-8FAC-37948F411894}" dt="2023-12-23T02:14:23.481" v="3" actId="47"/>
        <pc:sldMkLst>
          <pc:docMk/>
          <pc:sldMk cId="2098352429" sldId="289"/>
        </pc:sldMkLst>
      </pc:sldChg>
      <pc:sldChg chg="del">
        <pc:chgData name="Shambhu Kumar" userId="74963117abc18628" providerId="LiveId" clId="{5656B3AD-CCBE-40D8-8FAC-37948F411894}" dt="2023-12-23T02:14:25.875" v="4" actId="47"/>
        <pc:sldMkLst>
          <pc:docMk/>
          <pc:sldMk cId="924811520" sldId="290"/>
        </pc:sldMkLst>
      </pc:sldChg>
      <pc:sldChg chg="del">
        <pc:chgData name="Shambhu Kumar" userId="74963117abc18628" providerId="LiveId" clId="{5656B3AD-CCBE-40D8-8FAC-37948F411894}" dt="2023-12-23T02:14:27.374" v="5" actId="47"/>
        <pc:sldMkLst>
          <pc:docMk/>
          <pc:sldMk cId="3137961450" sldId="291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1035884235" sldId="293"/>
        </pc:sldMkLst>
      </pc:sldChg>
      <pc:sldChg chg="del">
        <pc:chgData name="Shambhu Kumar" userId="74963117abc18628" providerId="LiveId" clId="{5656B3AD-CCBE-40D8-8FAC-37948F411894}" dt="2023-12-23T02:14:20.415" v="1" actId="47"/>
        <pc:sldMkLst>
          <pc:docMk/>
          <pc:sldMk cId="1631588300" sldId="294"/>
        </pc:sldMkLst>
      </pc:sldChg>
      <pc:sldChg chg="addSp modSp mod">
        <pc:chgData name="Shambhu Kumar" userId="74963117abc18628" providerId="LiveId" clId="{5656B3AD-CCBE-40D8-8FAC-37948F411894}" dt="2023-12-27T02:12:51.142" v="537" actId="113"/>
        <pc:sldMkLst>
          <pc:docMk/>
          <pc:sldMk cId="1143264351" sldId="295"/>
        </pc:sldMkLst>
        <pc:spChg chg="mod">
          <ac:chgData name="Shambhu Kumar" userId="74963117abc18628" providerId="LiveId" clId="{5656B3AD-CCBE-40D8-8FAC-37948F411894}" dt="2023-12-24T15:42:24.838" v="500" actId="20577"/>
          <ac:spMkLst>
            <pc:docMk/>
            <pc:sldMk cId="1143264351" sldId="295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2:51.142" v="537" actId="113"/>
          <ac:spMkLst>
            <pc:docMk/>
            <pc:sldMk cId="1143264351" sldId="295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2:32.635" v="535" actId="208"/>
          <ac:spMkLst>
            <pc:docMk/>
            <pc:sldMk cId="1143264351" sldId="295"/>
            <ac:spMk id="4" creationId="{39D7210A-8D6C-8B0E-AF5F-5B20F0A63695}"/>
          </ac:spMkLst>
        </pc:spChg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71580609" sldId="297"/>
        </pc:sldMkLst>
      </pc:sldChg>
      <pc:sldChg chg="addSp modSp mod ord">
        <pc:chgData name="Shambhu Kumar" userId="74963117abc18628" providerId="LiveId" clId="{5656B3AD-CCBE-40D8-8FAC-37948F411894}" dt="2023-12-27T02:13:49.921" v="550" actId="113"/>
        <pc:sldMkLst>
          <pc:docMk/>
          <pc:sldMk cId="1933057048" sldId="298"/>
        </pc:sldMkLst>
        <pc:spChg chg="mod">
          <ac:chgData name="Shambhu Kumar" userId="74963117abc18628" providerId="LiveId" clId="{5656B3AD-CCBE-40D8-8FAC-37948F411894}" dt="2023-12-24T15:42:47.644" v="501"/>
          <ac:spMkLst>
            <pc:docMk/>
            <pc:sldMk cId="1933057048" sldId="298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3:49.921" v="550" actId="113"/>
          <ac:spMkLst>
            <pc:docMk/>
            <pc:sldMk cId="1933057048" sldId="298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3:41.563" v="545"/>
          <ac:spMkLst>
            <pc:docMk/>
            <pc:sldMk cId="1933057048" sldId="298"/>
            <ac:spMk id="4" creationId="{4C75BE33-34AE-AD95-6E42-1A291D8CF7E1}"/>
          </ac:spMkLst>
        </pc:spChg>
      </pc:sldChg>
      <pc:sldChg chg="addSp modSp mod ord">
        <pc:chgData name="Shambhu Kumar" userId="74963117abc18628" providerId="LiveId" clId="{5656B3AD-CCBE-40D8-8FAC-37948F411894}" dt="2023-12-27T02:16:31.473" v="658" actId="20577"/>
        <pc:sldMkLst>
          <pc:docMk/>
          <pc:sldMk cId="3102780168" sldId="299"/>
        </pc:sldMkLst>
        <pc:spChg chg="mod">
          <ac:chgData name="Shambhu Kumar" userId="74963117abc18628" providerId="LiveId" clId="{5656B3AD-CCBE-40D8-8FAC-37948F411894}" dt="2023-12-24T15:43:17.463" v="507"/>
          <ac:spMkLst>
            <pc:docMk/>
            <pc:sldMk cId="3102780168" sldId="299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6:31.473" v="658" actId="20577"/>
          <ac:spMkLst>
            <pc:docMk/>
            <pc:sldMk cId="3102780168" sldId="299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6:20.813" v="649" actId="1076"/>
          <ac:spMkLst>
            <pc:docMk/>
            <pc:sldMk cId="3102780168" sldId="299"/>
            <ac:spMk id="4" creationId="{4580CEAF-8EE6-8C1C-13B4-976EAF72688D}"/>
          </ac:spMkLst>
        </pc:spChg>
      </pc:sldChg>
      <pc:sldChg chg="del">
        <pc:chgData name="Shambhu Kumar" userId="74963117abc18628" providerId="LiveId" clId="{5656B3AD-CCBE-40D8-8FAC-37948F411894}" dt="2023-12-23T02:20:57.218" v="208" actId="2696"/>
        <pc:sldMkLst>
          <pc:docMk/>
          <pc:sldMk cId="1231572352" sldId="300"/>
        </pc:sldMkLst>
      </pc:sldChg>
      <pc:sldChg chg="addSp modSp mod ord">
        <pc:chgData name="Shambhu Kumar" userId="74963117abc18628" providerId="LiveId" clId="{5656B3AD-CCBE-40D8-8FAC-37948F411894}" dt="2023-12-27T02:15:44.581" v="622" actId="113"/>
        <pc:sldMkLst>
          <pc:docMk/>
          <pc:sldMk cId="155594289" sldId="301"/>
        </pc:sldMkLst>
        <pc:spChg chg="mod">
          <ac:chgData name="Shambhu Kumar" userId="74963117abc18628" providerId="LiveId" clId="{5656B3AD-CCBE-40D8-8FAC-37948F411894}" dt="2023-12-24T15:43:08.424" v="505"/>
          <ac:spMkLst>
            <pc:docMk/>
            <pc:sldMk cId="155594289" sldId="301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5:44.581" v="622" actId="113"/>
          <ac:spMkLst>
            <pc:docMk/>
            <pc:sldMk cId="155594289" sldId="301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5:41.484" v="621" actId="1076"/>
          <ac:spMkLst>
            <pc:docMk/>
            <pc:sldMk cId="155594289" sldId="301"/>
            <ac:spMk id="4" creationId="{5E497CAF-351D-6EAE-17AB-B18C62A70B7C}"/>
          </ac:spMkLst>
        </pc:spChg>
      </pc:sldChg>
      <pc:sldChg chg="modSp add mod">
        <pc:chgData name="Shambhu Kumar" userId="74963117abc18628" providerId="LiveId" clId="{5656B3AD-CCBE-40D8-8FAC-37948F411894}" dt="2023-12-27T02:17:47.275" v="712" actId="20577"/>
        <pc:sldMkLst>
          <pc:docMk/>
          <pc:sldMk cId="1081546908" sldId="302"/>
        </pc:sldMkLst>
        <pc:spChg chg="mod">
          <ac:chgData name="Shambhu Kumar" userId="74963117abc18628" providerId="LiveId" clId="{5656B3AD-CCBE-40D8-8FAC-37948F411894}" dt="2023-12-24T15:43:39.285" v="512"/>
          <ac:spMkLst>
            <pc:docMk/>
            <pc:sldMk cId="1081546908" sldId="302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7:47.275" v="712" actId="20577"/>
          <ac:spMkLst>
            <pc:docMk/>
            <pc:sldMk cId="1081546908" sldId="302"/>
            <ac:spMk id="3" creationId="{00000000-0000-0000-0000-000000000000}"/>
          </ac:spMkLst>
        </pc:spChg>
      </pc:sldChg>
      <pc:sldChg chg="modSp add del mod">
        <pc:chgData name="Shambhu Kumar" userId="74963117abc18628" providerId="LiveId" clId="{5656B3AD-CCBE-40D8-8FAC-37948F411894}" dt="2023-12-24T15:44:38.168" v="514" actId="2696"/>
        <pc:sldMkLst>
          <pc:docMk/>
          <pc:sldMk cId="2684623333" sldId="303"/>
        </pc:sldMkLst>
        <pc:spChg chg="mod">
          <ac:chgData name="Shambhu Kumar" userId="74963117abc18628" providerId="LiveId" clId="{5656B3AD-CCBE-40D8-8FAC-37948F411894}" dt="2023-12-24T15:43:43.640" v="513"/>
          <ac:spMkLst>
            <pc:docMk/>
            <pc:sldMk cId="2684623333" sldId="303"/>
            <ac:spMk id="2" creationId="{00000000-0000-0000-0000-000000000000}"/>
          </ac:spMkLst>
        </pc:spChg>
      </pc:sldChg>
      <pc:sldChg chg="addSp modSp add mod ord">
        <pc:chgData name="Shambhu Kumar" userId="74963117abc18628" providerId="LiveId" clId="{5656B3AD-CCBE-40D8-8FAC-37948F411894}" dt="2023-12-27T02:15:02.021" v="591" actId="113"/>
        <pc:sldMkLst>
          <pc:docMk/>
          <pc:sldMk cId="3401929814" sldId="304"/>
        </pc:sldMkLst>
        <pc:spChg chg="mod">
          <ac:chgData name="Shambhu Kumar" userId="74963117abc18628" providerId="LiveId" clId="{5656B3AD-CCBE-40D8-8FAC-37948F411894}" dt="2023-12-24T15:42:58.866" v="503"/>
          <ac:spMkLst>
            <pc:docMk/>
            <pc:sldMk cId="3401929814" sldId="304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5:02.021" v="591" actId="113"/>
          <ac:spMkLst>
            <pc:docMk/>
            <pc:sldMk cId="3401929814" sldId="304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4:58.171" v="590" actId="1076"/>
          <ac:spMkLst>
            <pc:docMk/>
            <pc:sldMk cId="3401929814" sldId="304"/>
            <ac:spMk id="4" creationId="{D52C251B-6111-DD9D-1253-1311A5BC3284}"/>
          </ac:spMkLst>
        </pc:spChg>
      </pc:sldChg>
      <pc:sldChg chg="addSp modSp add mod ord">
        <pc:chgData name="Shambhu Kumar" userId="74963117abc18628" providerId="LiveId" clId="{5656B3AD-CCBE-40D8-8FAC-37948F411894}" dt="2023-12-27T02:15:25.223" v="609" actId="1076"/>
        <pc:sldMkLst>
          <pc:docMk/>
          <pc:sldMk cId="1369541949" sldId="305"/>
        </pc:sldMkLst>
        <pc:spChg chg="mod">
          <ac:chgData name="Shambhu Kumar" userId="74963117abc18628" providerId="LiveId" clId="{5656B3AD-CCBE-40D8-8FAC-37948F411894}" dt="2023-12-24T15:43:03.771" v="504"/>
          <ac:spMkLst>
            <pc:docMk/>
            <pc:sldMk cId="1369541949" sldId="305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5:20.747" v="607" actId="20577"/>
          <ac:spMkLst>
            <pc:docMk/>
            <pc:sldMk cId="1369541949" sldId="305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5:25.223" v="609" actId="1076"/>
          <ac:spMkLst>
            <pc:docMk/>
            <pc:sldMk cId="1369541949" sldId="305"/>
            <ac:spMk id="4" creationId="{BBE52AB8-4581-C179-DF83-A5506BFBC520}"/>
          </ac:spMkLst>
        </pc:spChg>
      </pc:sldChg>
      <pc:sldChg chg="addSp modSp add mod">
        <pc:chgData name="Shambhu Kumar" userId="74963117abc18628" providerId="LiveId" clId="{5656B3AD-CCBE-40D8-8FAC-37948F411894}" dt="2023-12-27T02:17:25.864" v="699" actId="113"/>
        <pc:sldMkLst>
          <pc:docMk/>
          <pc:sldMk cId="2528524258" sldId="306"/>
        </pc:sldMkLst>
        <pc:spChg chg="mod">
          <ac:chgData name="Shambhu Kumar" userId="74963117abc18628" providerId="LiveId" clId="{5656B3AD-CCBE-40D8-8FAC-37948F411894}" dt="2023-12-24T15:43:30.723" v="510"/>
          <ac:spMkLst>
            <pc:docMk/>
            <pc:sldMk cId="2528524258" sldId="306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7:25.864" v="699" actId="113"/>
          <ac:spMkLst>
            <pc:docMk/>
            <pc:sldMk cId="2528524258" sldId="306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7:22.344" v="698" actId="1076"/>
          <ac:spMkLst>
            <pc:docMk/>
            <pc:sldMk cId="2528524258" sldId="306"/>
            <ac:spMk id="4" creationId="{B71838D4-457D-43CD-35EF-5C18DC9EFD7D}"/>
          </ac:spMkLst>
        </pc:spChg>
      </pc:sldChg>
      <pc:sldChg chg="addSp modSp add mod">
        <pc:chgData name="Shambhu Kumar" userId="74963117abc18628" providerId="LiveId" clId="{5656B3AD-CCBE-40D8-8FAC-37948F411894}" dt="2023-12-27T02:17:41.749" v="711" actId="113"/>
        <pc:sldMkLst>
          <pc:docMk/>
          <pc:sldMk cId="3263383014" sldId="307"/>
        </pc:sldMkLst>
        <pc:spChg chg="mod">
          <ac:chgData name="Shambhu Kumar" userId="74963117abc18628" providerId="LiveId" clId="{5656B3AD-CCBE-40D8-8FAC-37948F411894}" dt="2023-12-24T15:43:35.037" v="511"/>
          <ac:spMkLst>
            <pc:docMk/>
            <pc:sldMk cId="3263383014" sldId="307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7:41.749" v="711" actId="113"/>
          <ac:spMkLst>
            <pc:docMk/>
            <pc:sldMk cId="3263383014" sldId="307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7:38.792" v="710" actId="1076"/>
          <ac:spMkLst>
            <pc:docMk/>
            <pc:sldMk cId="3263383014" sldId="307"/>
            <ac:spMk id="4" creationId="{8A2831C7-034B-F3B3-9D20-E25783657A4E}"/>
          </ac:spMkLst>
        </pc:spChg>
      </pc:sldChg>
      <pc:sldChg chg="addSp modSp add mod">
        <pc:chgData name="Shambhu Kumar" userId="74963117abc18628" providerId="LiveId" clId="{5656B3AD-CCBE-40D8-8FAC-37948F411894}" dt="2023-12-27T02:17:05.575" v="685" actId="113"/>
        <pc:sldMkLst>
          <pc:docMk/>
          <pc:sldMk cId="345261984" sldId="308"/>
        </pc:sldMkLst>
        <pc:spChg chg="mod">
          <ac:chgData name="Shambhu Kumar" userId="74963117abc18628" providerId="LiveId" clId="{5656B3AD-CCBE-40D8-8FAC-37948F411894}" dt="2023-12-24T15:43:26.610" v="509"/>
          <ac:spMkLst>
            <pc:docMk/>
            <pc:sldMk cId="345261984" sldId="308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7:05.575" v="685" actId="113"/>
          <ac:spMkLst>
            <pc:docMk/>
            <pc:sldMk cId="345261984" sldId="308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7:02.159" v="684" actId="1076"/>
          <ac:spMkLst>
            <pc:docMk/>
            <pc:sldMk cId="345261984" sldId="308"/>
            <ac:spMk id="4" creationId="{68EC5E97-C9ED-01D6-02DF-B5C500940673}"/>
          </ac:spMkLst>
        </pc:spChg>
      </pc:sldChg>
      <pc:sldChg chg="del">
        <pc:chgData name="Shambhu Kumar" userId="74963117abc18628" providerId="LiveId" clId="{5656B3AD-CCBE-40D8-8FAC-37948F411894}" dt="2023-12-23T02:14:51.566" v="6" actId="47"/>
        <pc:sldMkLst>
          <pc:docMk/>
          <pc:sldMk cId="931772280" sldId="308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1148317247" sldId="309"/>
        </pc:sldMkLst>
      </pc:sldChg>
      <pc:sldChg chg="addSp modSp add mod">
        <pc:chgData name="Shambhu Kumar" userId="74963117abc18628" providerId="LiveId" clId="{5656B3AD-CCBE-40D8-8FAC-37948F411894}" dt="2023-12-27T02:14:34.654" v="570" actId="113"/>
        <pc:sldMkLst>
          <pc:docMk/>
          <pc:sldMk cId="3685104013" sldId="309"/>
        </pc:sldMkLst>
        <pc:spChg chg="mod">
          <ac:chgData name="Shambhu Kumar" userId="74963117abc18628" providerId="LiveId" clId="{5656B3AD-CCBE-40D8-8FAC-37948F411894}" dt="2023-12-24T15:42:54.034" v="502"/>
          <ac:spMkLst>
            <pc:docMk/>
            <pc:sldMk cId="3685104013" sldId="309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4:34.654" v="570" actId="113"/>
          <ac:spMkLst>
            <pc:docMk/>
            <pc:sldMk cId="3685104013" sldId="309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4:26.011" v="569" actId="1076"/>
          <ac:spMkLst>
            <pc:docMk/>
            <pc:sldMk cId="3685104013" sldId="309"/>
            <ac:spMk id="4" creationId="{AA6CF1FD-143A-40B0-7611-3A68B9954F8C}"/>
          </ac:spMkLst>
        </pc:spChg>
      </pc:sldChg>
      <pc:sldChg chg="addSp modSp add mod ord">
        <pc:chgData name="Shambhu Kumar" userId="74963117abc18628" providerId="LiveId" clId="{5656B3AD-CCBE-40D8-8FAC-37948F411894}" dt="2023-12-27T02:16:09.122" v="637" actId="1076"/>
        <pc:sldMkLst>
          <pc:docMk/>
          <pc:sldMk cId="1145039756" sldId="310"/>
        </pc:sldMkLst>
        <pc:spChg chg="mod">
          <ac:chgData name="Shambhu Kumar" userId="74963117abc18628" providerId="LiveId" clId="{5656B3AD-CCBE-40D8-8FAC-37948F411894}" dt="2023-12-24T15:43:13.103" v="506"/>
          <ac:spMkLst>
            <pc:docMk/>
            <pc:sldMk cId="1145039756" sldId="310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6:01.071" v="635" actId="113"/>
          <ac:spMkLst>
            <pc:docMk/>
            <pc:sldMk cId="1145039756" sldId="310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6:09.122" v="637" actId="1076"/>
          <ac:spMkLst>
            <pc:docMk/>
            <pc:sldMk cId="1145039756" sldId="310"/>
            <ac:spMk id="4" creationId="{25D97D9D-0A0B-A37C-F4E3-FE6C0170789B}"/>
          </ac:spMkLst>
        </pc:spChg>
      </pc:sldChg>
      <pc:sldChg chg="del">
        <pc:chgData name="Shambhu Kumar" userId="74963117abc18628" providerId="LiveId" clId="{5656B3AD-CCBE-40D8-8FAC-37948F411894}" dt="2023-12-23T02:14:53.514" v="7" actId="47"/>
        <pc:sldMkLst>
          <pc:docMk/>
          <pc:sldMk cId="2338036925" sldId="310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3254867846" sldId="311"/>
        </pc:sldMkLst>
      </pc:sldChg>
      <pc:sldChg chg="addSp modSp add mod">
        <pc:chgData name="Shambhu Kumar" userId="74963117abc18628" providerId="LiveId" clId="{5656B3AD-CCBE-40D8-8FAC-37948F411894}" dt="2023-12-27T02:16:46.585" v="670" actId="113"/>
        <pc:sldMkLst>
          <pc:docMk/>
          <pc:sldMk cId="4090796296" sldId="311"/>
        </pc:sldMkLst>
        <pc:spChg chg="mod">
          <ac:chgData name="Shambhu Kumar" userId="74963117abc18628" providerId="LiveId" clId="{5656B3AD-CCBE-40D8-8FAC-37948F411894}" dt="2023-12-24T15:43:22.054" v="508"/>
          <ac:spMkLst>
            <pc:docMk/>
            <pc:sldMk cId="4090796296" sldId="311"/>
            <ac:spMk id="2" creationId="{00000000-0000-0000-0000-000000000000}"/>
          </ac:spMkLst>
        </pc:spChg>
        <pc:spChg chg="mod">
          <ac:chgData name="Shambhu Kumar" userId="74963117abc18628" providerId="LiveId" clId="{5656B3AD-CCBE-40D8-8FAC-37948F411894}" dt="2023-12-27T02:16:46.585" v="670" actId="113"/>
          <ac:spMkLst>
            <pc:docMk/>
            <pc:sldMk cId="4090796296" sldId="311"/>
            <ac:spMk id="3" creationId="{00000000-0000-0000-0000-000000000000}"/>
          </ac:spMkLst>
        </pc:spChg>
        <pc:spChg chg="add mod">
          <ac:chgData name="Shambhu Kumar" userId="74963117abc18628" providerId="LiveId" clId="{5656B3AD-CCBE-40D8-8FAC-37948F411894}" dt="2023-12-27T02:16:43.980" v="669" actId="1076"/>
          <ac:spMkLst>
            <pc:docMk/>
            <pc:sldMk cId="4090796296" sldId="311"/>
            <ac:spMk id="4" creationId="{DAF212CE-EA91-631A-B316-78D7B26BC0C4}"/>
          </ac:spMkLst>
        </pc:spChg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1733838905" sldId="312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2134506616" sldId="313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1066938992" sldId="314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509800490" sldId="315"/>
        </pc:sldMkLst>
      </pc:sldChg>
      <pc:sldChg chg="del">
        <pc:chgData name="Shambhu Kumar" userId="74963117abc18628" providerId="LiveId" clId="{5656B3AD-CCBE-40D8-8FAC-37948F411894}" dt="2023-12-23T02:14:00.765" v="0" actId="47"/>
        <pc:sldMkLst>
          <pc:docMk/>
          <pc:sldMk cId="2507636787" sldId="31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Q1. WAJP to generate numbers from 1 to 10 by using recursion.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9D7210A-8D6C-8B0E-AF5F-5B20F0A63695}"/>
              </a:ext>
            </a:extLst>
          </p:cNvPr>
          <p:cNvSpPr/>
          <p:nvPr/>
        </p:nvSpPr>
        <p:spPr>
          <a:xfrm>
            <a:off x="6934200" y="44958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26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Q2. WAJP to generate table of a number by using recursion.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b="1" dirty="0"/>
              <a:t>next</a:t>
            </a:r>
            <a:r>
              <a:rPr lang="en-US" dirty="0"/>
              <a:t>	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C75BE33-34AE-AD95-6E42-1A291D8CF7E1}"/>
              </a:ext>
            </a:extLst>
          </p:cNvPr>
          <p:cNvSpPr/>
          <p:nvPr/>
        </p:nvSpPr>
        <p:spPr>
          <a:xfrm>
            <a:off x="6934200" y="44958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057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Q3. WAJP to print sum of numbers from 1 to 100 by using recursion.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Q4. WAJP to print sum of squares of numbers from 1 to 100 by using recursion.</a:t>
            </a:r>
          </a:p>
          <a:p>
            <a:pPr marL="0" indent="0">
              <a:buNone/>
            </a:pPr>
            <a:r>
              <a:rPr lang="en-US" dirty="0"/>
              <a:t>						</a:t>
            </a:r>
            <a:r>
              <a:rPr lang="en-US" b="1" dirty="0"/>
              <a:t>next</a:t>
            </a: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.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6CF1FD-143A-40B0-7611-3A68B9954F8C}"/>
              </a:ext>
            </a:extLst>
          </p:cNvPr>
          <p:cNvSpPr/>
          <p:nvPr/>
        </p:nvSpPr>
        <p:spPr>
          <a:xfrm>
            <a:off x="6858000" y="49530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10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Q5. WAJP to calculate factorial by using recursion.</a:t>
            </a:r>
          </a:p>
          <a:p>
            <a:pPr marL="0" indent="0">
              <a:buNone/>
            </a:pPr>
            <a:r>
              <a:rPr lang="en-US" dirty="0"/>
              <a:t>.						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52C251B-6111-DD9D-1253-1311A5BC3284}"/>
              </a:ext>
            </a:extLst>
          </p:cNvPr>
          <p:cNvSpPr/>
          <p:nvPr/>
        </p:nvSpPr>
        <p:spPr>
          <a:xfrm>
            <a:off x="6172200" y="44958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92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Q6. WAJP to calculate power by using recursion.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b="1" dirty="0"/>
              <a:t>next	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BE52AB8-4581-C179-DF83-A5506BFBC520}"/>
              </a:ext>
            </a:extLst>
          </p:cNvPr>
          <p:cNvSpPr/>
          <p:nvPr/>
        </p:nvSpPr>
        <p:spPr>
          <a:xfrm>
            <a:off x="6096000" y="40386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4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Q7. WAJP to get digit count of a number by using recursion.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b="1" dirty="0"/>
              <a:t>next</a:t>
            </a:r>
            <a:r>
              <a:rPr lang="en-US" dirty="0"/>
              <a:t>	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E497CAF-351D-6EAE-17AB-B18C62A70B7C}"/>
              </a:ext>
            </a:extLst>
          </p:cNvPr>
          <p:cNvSpPr/>
          <p:nvPr/>
        </p:nvSpPr>
        <p:spPr>
          <a:xfrm>
            <a:off x="5486400" y="3863181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9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Q8. WAJP to get digit sum of a number by using recursion.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25D97D9D-0A0B-A37C-F4E3-FE6C0170789B}"/>
              </a:ext>
            </a:extLst>
          </p:cNvPr>
          <p:cNvSpPr/>
          <p:nvPr/>
        </p:nvSpPr>
        <p:spPr>
          <a:xfrm>
            <a:off x="5562600" y="39624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03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Q9. WAJP to reverse a number by using recursion.</a:t>
            </a:r>
          </a:p>
          <a:p>
            <a:pPr marL="0" indent="0">
              <a:buNone/>
            </a:pPr>
            <a:r>
              <a:rPr lang="en-US" dirty="0"/>
              <a:t>			      </a:t>
            </a:r>
            <a:r>
              <a:rPr lang="en-US" b="1" dirty="0"/>
              <a:t>next 	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580CEAF-8EE6-8C1C-13B4-976EAF72688D}"/>
              </a:ext>
            </a:extLst>
          </p:cNvPr>
          <p:cNvSpPr/>
          <p:nvPr/>
        </p:nvSpPr>
        <p:spPr>
          <a:xfrm>
            <a:off x="4876800" y="39624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780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Q10. WAJP to check  a palindrome number by using recursion.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AF212CE-EA91-631A-B316-78D7B26BC0C4}"/>
              </a:ext>
            </a:extLst>
          </p:cNvPr>
          <p:cNvSpPr/>
          <p:nvPr/>
        </p:nvSpPr>
        <p:spPr>
          <a:xfrm>
            <a:off x="6019800" y="3863181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9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Q11. WAJP to take Four user inputs and print biggest of that.</a:t>
            </a:r>
          </a:p>
          <a:p>
            <a:pPr marL="0" indent="0">
              <a:buNone/>
            </a:pPr>
            <a:r>
              <a:rPr lang="en-US" dirty="0"/>
              <a:t>.	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8EC5E97-C9ED-01D6-02DF-B5C500940673}"/>
              </a:ext>
            </a:extLst>
          </p:cNvPr>
          <p:cNvSpPr/>
          <p:nvPr/>
        </p:nvSpPr>
        <p:spPr>
          <a:xfrm>
            <a:off x="6248400" y="39624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Q12. WAJP to calculate nth term of Fibonacci series by using recursion.</a:t>
            </a:r>
          </a:p>
          <a:p>
            <a:pPr marL="0" indent="0">
              <a:buNone/>
            </a:pPr>
            <a:r>
              <a:rPr lang="en-US" dirty="0"/>
              <a:t>.					</a:t>
            </a:r>
            <a:r>
              <a:rPr lang="en-US" b="1" dirty="0"/>
              <a:t>Next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71838D4-457D-43CD-35EF-5C18DC9EFD7D}"/>
              </a:ext>
            </a:extLst>
          </p:cNvPr>
          <p:cNvSpPr/>
          <p:nvPr/>
        </p:nvSpPr>
        <p:spPr>
          <a:xfrm>
            <a:off x="6172200" y="3884517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2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Q13. WAJP to generate n term of Fibonacci series by using recursion.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b="1" dirty="0"/>
              <a:t>next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A2831C7-034B-F3B3-9D20-E25783657A4E}"/>
              </a:ext>
            </a:extLst>
          </p:cNvPr>
          <p:cNvSpPr/>
          <p:nvPr/>
        </p:nvSpPr>
        <p:spPr>
          <a:xfrm>
            <a:off x="6019800" y="4495800"/>
            <a:ext cx="978408" cy="48463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38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Recursion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Q14. WAJP to take three user inputs and print HCF of the three numbers.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Q15. WAJP to take three user inputs and print LCM of the three numbers.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4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</TotalTime>
  <Words>344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  <vt:lpstr>Recursion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6</cp:revision>
  <dcterms:created xsi:type="dcterms:W3CDTF">2006-08-16T00:00:00Z</dcterms:created>
  <dcterms:modified xsi:type="dcterms:W3CDTF">2023-12-27T02:17:51Z</dcterms:modified>
</cp:coreProperties>
</file>