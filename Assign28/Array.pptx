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80" r:id="rId2"/>
    <p:sldId id="324" r:id="rId3"/>
    <p:sldId id="325" r:id="rId4"/>
    <p:sldId id="326" r:id="rId5"/>
    <p:sldId id="323" r:id="rId6"/>
    <p:sldId id="327" r:id="rId7"/>
    <p:sldId id="328" r:id="rId8"/>
    <p:sldId id="329" r:id="rId9"/>
    <p:sldId id="336" r:id="rId10"/>
    <p:sldId id="337" r:id="rId11"/>
    <p:sldId id="338" r:id="rId12"/>
    <p:sldId id="353" r:id="rId13"/>
    <p:sldId id="354" r:id="rId14"/>
    <p:sldId id="339" r:id="rId15"/>
    <p:sldId id="340" r:id="rId16"/>
    <p:sldId id="341" r:id="rId17"/>
    <p:sldId id="335" r:id="rId18"/>
    <p:sldId id="330" r:id="rId19"/>
    <p:sldId id="331" r:id="rId20"/>
    <p:sldId id="332" r:id="rId21"/>
    <p:sldId id="333" r:id="rId22"/>
    <p:sldId id="347" r:id="rId23"/>
    <p:sldId id="334" r:id="rId24"/>
    <p:sldId id="309" r:id="rId25"/>
    <p:sldId id="345" r:id="rId26"/>
    <p:sldId id="346" r:id="rId27"/>
    <p:sldId id="348" r:id="rId28"/>
    <p:sldId id="342" r:id="rId29"/>
    <p:sldId id="343" r:id="rId30"/>
    <p:sldId id="344" r:id="rId31"/>
    <p:sldId id="355" r:id="rId32"/>
    <p:sldId id="356" r:id="rId33"/>
    <p:sldId id="357" r:id="rId34"/>
    <p:sldId id="358" r:id="rId35"/>
    <p:sldId id="359" r:id="rId36"/>
    <p:sldId id="360" r:id="rId37"/>
    <p:sldId id="301" r:id="rId38"/>
    <p:sldId id="310" r:id="rId39"/>
    <p:sldId id="313" r:id="rId40"/>
    <p:sldId id="303" r:id="rId41"/>
    <p:sldId id="304" r:id="rId42"/>
    <p:sldId id="306" r:id="rId43"/>
    <p:sldId id="290" r:id="rId44"/>
    <p:sldId id="291" r:id="rId45"/>
    <p:sldId id="305" r:id="rId46"/>
    <p:sldId id="288" r:id="rId47"/>
    <p:sldId id="289" r:id="rId48"/>
    <p:sldId id="292" r:id="rId49"/>
    <p:sldId id="294" r:id="rId50"/>
    <p:sldId id="307" r:id="rId51"/>
    <p:sldId id="320" r:id="rId52"/>
    <p:sldId id="311" r:id="rId53"/>
    <p:sldId id="316" r:id="rId54"/>
    <p:sldId id="321" r:id="rId55"/>
    <p:sldId id="318" r:id="rId56"/>
    <p:sldId id="349" r:id="rId57"/>
    <p:sldId id="350" r:id="rId58"/>
    <p:sldId id="351" r:id="rId59"/>
    <p:sldId id="352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mbhu Kumar" initials="SK" lastIdx="1" clrIdx="0">
    <p:extLst>
      <p:ext uri="{19B8F6BF-5375-455C-9EA6-DF929625EA0E}">
        <p15:presenceInfo xmlns:p15="http://schemas.microsoft.com/office/powerpoint/2012/main" userId="74963117abc186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EFEDE"/>
    <a:srgbClr val="E7FED2"/>
    <a:srgbClr val="E2FDC7"/>
    <a:srgbClr val="DCFEA4"/>
    <a:srgbClr val="99FF99"/>
    <a:srgbClr val="FFFF99"/>
    <a:srgbClr val="66FFFF"/>
    <a:srgbClr val="00FF00"/>
    <a:srgbClr val="FEE9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8" autoAdjust="0"/>
    <p:restoredTop sz="94660"/>
  </p:normalViewPr>
  <p:slideViewPr>
    <p:cSldViewPr>
      <p:cViewPr varScale="1">
        <p:scale>
          <a:sx n="70" d="100"/>
          <a:sy n="70" d="100"/>
        </p:scale>
        <p:origin x="145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bhu Kumar" userId="74963117abc18628" providerId="LiveId" clId="{58F92CF6-BACF-445C-92FF-2B38970E5D35}"/>
    <pc:docChg chg="undo custSel addSld delSld modSld modMainMaster">
      <pc:chgData name="Shambhu Kumar" userId="74963117abc18628" providerId="LiveId" clId="{58F92CF6-BACF-445C-92FF-2B38970E5D35}" dt="2023-12-10T16:18:30.844" v="2309" actId="207"/>
      <pc:docMkLst>
        <pc:docMk/>
      </pc:docMkLst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974944141" sldId="256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332979404" sldId="257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266770094" sldId="258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15382612" sldId="259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2510639890" sldId="260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957663604" sldId="261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792246713" sldId="262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37294854" sldId="263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293401456" sldId="264"/>
        </pc:sldMkLst>
      </pc:sldChg>
      <pc:sldChg chg="setBg">
        <pc:chgData name="Shambhu Kumar" userId="74963117abc18628" providerId="LiveId" clId="{58F92CF6-BACF-445C-92FF-2B38970E5D35}" dt="2023-12-10T16:11:27.533" v="2277"/>
        <pc:sldMkLst>
          <pc:docMk/>
          <pc:sldMk cId="3598742032" sldId="265"/>
        </pc:sldMkLst>
      </pc:sldChg>
      <pc:sldChg chg="del">
        <pc:chgData name="Shambhu Kumar" userId="74963117abc18628" providerId="LiveId" clId="{58F92CF6-BACF-445C-92FF-2B38970E5D35}" dt="2023-12-10T14:04:40.515" v="160" actId="2696"/>
        <pc:sldMkLst>
          <pc:docMk/>
          <pc:sldMk cId="4102768442" sldId="266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3118215713" sldId="267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3234218306" sldId="268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73877633" sldId="269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030359524" sldId="270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219857807" sldId="271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668735959" sldId="272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013901220" sldId="273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476945031" sldId="274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78588226" sldId="275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773969405" sldId="276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577435683" sldId="277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03624623" sldId="278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4080756765" sldId="279"/>
        </pc:sldMkLst>
      </pc:sldChg>
      <pc:sldChg chg="addSp delSp modSp mod setBg">
        <pc:chgData name="Shambhu Kumar" userId="74963117abc18628" providerId="LiveId" clId="{58F92CF6-BACF-445C-92FF-2B38970E5D35}" dt="2023-12-10T16:15:49.315" v="2308"/>
        <pc:sldMkLst>
          <pc:docMk/>
          <pc:sldMk cId="3832484108" sldId="280"/>
        </pc:sldMkLst>
        <pc:spChg chg="mod">
          <ac:chgData name="Shambhu Kumar" userId="74963117abc18628" providerId="LiveId" clId="{58F92CF6-BACF-445C-92FF-2B38970E5D35}" dt="2023-12-10T13:54:42.687" v="33" actId="115"/>
          <ac:spMkLst>
            <pc:docMk/>
            <pc:sldMk cId="3832484108" sldId="280"/>
            <ac:spMk id="2" creationId="{00000000-0000-0000-0000-000000000000}"/>
          </ac:spMkLst>
        </pc:spChg>
        <pc:spChg chg="mod">
          <ac:chgData name="Shambhu Kumar" userId="74963117abc18628" providerId="LiveId" clId="{58F92CF6-BACF-445C-92FF-2B38970E5D35}" dt="2023-12-10T14:06:22.957" v="176" actId="20577"/>
          <ac:spMkLst>
            <pc:docMk/>
            <pc:sldMk cId="3832484108" sldId="280"/>
            <ac:spMk id="3" creationId="{00000000-0000-0000-0000-000000000000}"/>
          </ac:spMkLst>
        </pc:spChg>
        <pc:spChg chg="add del mod">
          <ac:chgData name="Shambhu Kumar" userId="74963117abc18628" providerId="LiveId" clId="{58F92CF6-BACF-445C-92FF-2B38970E5D35}" dt="2023-12-10T16:12:10.875" v="2279" actId="767"/>
          <ac:spMkLst>
            <pc:docMk/>
            <pc:sldMk cId="3832484108" sldId="280"/>
            <ac:spMk id="4" creationId="{AF5D9316-C39A-09EF-102A-DDADB9B3D71D}"/>
          </ac:spMkLst>
        </pc:spChg>
        <pc:spChg chg="add del mod">
          <ac:chgData name="Shambhu Kumar" userId="74963117abc18628" providerId="LiveId" clId="{58F92CF6-BACF-445C-92FF-2B38970E5D35}" dt="2023-12-10T16:13:06.305" v="2285" actId="11529"/>
          <ac:spMkLst>
            <pc:docMk/>
            <pc:sldMk cId="3832484108" sldId="280"/>
            <ac:spMk id="5" creationId="{5CE31FFD-10EE-CBC3-C1D4-C2CA20D8C90D}"/>
          </ac:spMkLst>
        </pc:spChg>
      </pc:sldChg>
      <pc:sldChg chg="modSp add del mod">
        <pc:chgData name="Shambhu Kumar" userId="74963117abc18628" providerId="LiveId" clId="{58F92CF6-BACF-445C-92FF-2B38970E5D35}" dt="2023-12-10T14:06:31.753" v="177" actId="2696"/>
        <pc:sldMkLst>
          <pc:docMk/>
          <pc:sldMk cId="657842467" sldId="281"/>
        </pc:sldMkLst>
        <pc:spChg chg="mod">
          <ac:chgData name="Shambhu Kumar" userId="74963117abc18628" providerId="LiveId" clId="{58F92CF6-BACF-445C-92FF-2B38970E5D35}" dt="2023-12-10T14:04:52.835" v="163" actId="20577"/>
          <ac:spMkLst>
            <pc:docMk/>
            <pc:sldMk cId="657842467" sldId="281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945831170" sldId="281"/>
        </pc:sldMkLst>
        <pc:spChg chg="mod">
          <ac:chgData name="Shambhu Kumar" userId="74963117abc18628" providerId="LiveId" clId="{58F92CF6-BACF-445C-92FF-2B38970E5D35}" dt="2023-12-10T14:06:57.335" v="199" actId="20577"/>
          <ac:spMkLst>
            <pc:docMk/>
            <pc:sldMk cId="1945831170" sldId="281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599725201" sldId="282"/>
        </pc:sldMkLst>
        <pc:spChg chg="mod">
          <ac:chgData name="Shambhu Kumar" userId="74963117abc18628" providerId="LiveId" clId="{58F92CF6-BACF-445C-92FF-2B38970E5D35}" dt="2023-12-10T14:22:06.558" v="1054" actId="20577"/>
          <ac:spMkLst>
            <pc:docMk/>
            <pc:sldMk cId="3599725201" sldId="282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52385507" sldId="283"/>
        </pc:sldMkLst>
        <pc:spChg chg="mod">
          <ac:chgData name="Shambhu Kumar" userId="74963117abc18628" providerId="LiveId" clId="{58F92CF6-BACF-445C-92FF-2B38970E5D35}" dt="2023-12-10T14:22:27.894" v="1056" actId="20577"/>
          <ac:spMkLst>
            <pc:docMk/>
            <pc:sldMk cId="352385507" sldId="283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928356547" sldId="284"/>
        </pc:sldMkLst>
        <pc:spChg chg="mod">
          <ac:chgData name="Shambhu Kumar" userId="74963117abc18628" providerId="LiveId" clId="{58F92CF6-BACF-445C-92FF-2B38970E5D35}" dt="2023-12-10T14:22:33.770" v="1058" actId="20577"/>
          <ac:spMkLst>
            <pc:docMk/>
            <pc:sldMk cId="3928356547" sldId="284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957384625" sldId="285"/>
        </pc:sldMkLst>
        <pc:spChg chg="mod">
          <ac:chgData name="Shambhu Kumar" userId="74963117abc18628" providerId="LiveId" clId="{58F92CF6-BACF-445C-92FF-2B38970E5D35}" dt="2023-12-10T14:22:46.388" v="1063" actId="20577"/>
          <ac:spMkLst>
            <pc:docMk/>
            <pc:sldMk cId="3957384625" sldId="285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594101506" sldId="286"/>
        </pc:sldMkLst>
        <pc:spChg chg="mod">
          <ac:chgData name="Shambhu Kumar" userId="74963117abc18628" providerId="LiveId" clId="{58F92CF6-BACF-445C-92FF-2B38970E5D35}" dt="2023-12-10T14:23:17.363" v="1068" actId="20577"/>
          <ac:spMkLst>
            <pc:docMk/>
            <pc:sldMk cId="594101506" sldId="286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645863187" sldId="287"/>
        </pc:sldMkLst>
        <pc:spChg chg="mod">
          <ac:chgData name="Shambhu Kumar" userId="74963117abc18628" providerId="LiveId" clId="{58F92CF6-BACF-445C-92FF-2B38970E5D35}" dt="2023-12-10T14:32:23.608" v="1126" actId="20577"/>
          <ac:spMkLst>
            <pc:docMk/>
            <pc:sldMk cId="1645863187" sldId="287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71964513" sldId="288"/>
        </pc:sldMkLst>
        <pc:spChg chg="mod">
          <ac:chgData name="Shambhu Kumar" userId="74963117abc18628" providerId="LiveId" clId="{58F92CF6-BACF-445C-92FF-2B38970E5D35}" dt="2023-12-10T14:21:51.240" v="1050" actId="20577"/>
          <ac:spMkLst>
            <pc:docMk/>
            <pc:sldMk cId="371964513" sldId="288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098352429" sldId="289"/>
        </pc:sldMkLst>
        <pc:spChg chg="mod">
          <ac:chgData name="Shambhu Kumar" userId="74963117abc18628" providerId="LiveId" clId="{58F92CF6-BACF-445C-92FF-2B38970E5D35}" dt="2023-12-10T14:32:50.280" v="1136" actId="20577"/>
          <ac:spMkLst>
            <pc:docMk/>
            <pc:sldMk cId="2098352429" sldId="289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924811520" sldId="290"/>
        </pc:sldMkLst>
        <pc:spChg chg="mod">
          <ac:chgData name="Shambhu Kumar" userId="74963117abc18628" providerId="LiveId" clId="{58F92CF6-BACF-445C-92FF-2B38970E5D35}" dt="2023-12-10T14:33:39.704" v="1183" actId="20577"/>
          <ac:spMkLst>
            <pc:docMk/>
            <pc:sldMk cId="924811520" sldId="290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137961450" sldId="291"/>
        </pc:sldMkLst>
        <pc:spChg chg="mod">
          <ac:chgData name="Shambhu Kumar" userId="74963117abc18628" providerId="LiveId" clId="{58F92CF6-BACF-445C-92FF-2B38970E5D35}" dt="2023-12-10T14:39:08.589" v="1216" actId="20577"/>
          <ac:spMkLst>
            <pc:docMk/>
            <pc:sldMk cId="3137961450" sldId="291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624263412" sldId="292"/>
        </pc:sldMkLst>
        <pc:spChg chg="mod">
          <ac:chgData name="Shambhu Kumar" userId="74963117abc18628" providerId="LiveId" clId="{58F92CF6-BACF-445C-92FF-2B38970E5D35}" dt="2023-12-10T15:07:31.089" v="1223" actId="20577"/>
          <ac:spMkLst>
            <pc:docMk/>
            <pc:sldMk cId="3624263412" sldId="292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035884235" sldId="293"/>
        </pc:sldMkLst>
        <pc:spChg chg="mod">
          <ac:chgData name="Shambhu Kumar" userId="74963117abc18628" providerId="LiveId" clId="{58F92CF6-BACF-445C-92FF-2B38970E5D35}" dt="2023-12-10T15:17:50.760" v="1260" actId="20577"/>
          <ac:spMkLst>
            <pc:docMk/>
            <pc:sldMk cId="1035884235" sldId="293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631588300" sldId="294"/>
        </pc:sldMkLst>
        <pc:spChg chg="mod">
          <ac:chgData name="Shambhu Kumar" userId="74963117abc18628" providerId="LiveId" clId="{58F92CF6-BACF-445C-92FF-2B38970E5D35}" dt="2023-12-10T15:19:38.093" v="1311" actId="20577"/>
          <ac:spMkLst>
            <pc:docMk/>
            <pc:sldMk cId="1631588300" sldId="294"/>
            <ac:spMk id="3" creationId="{00000000-0000-0000-0000-000000000000}"/>
          </ac:spMkLst>
        </pc:spChg>
      </pc:sldChg>
      <pc:sldChg chg="addSp delSp modSp add mod setBg">
        <pc:chgData name="Shambhu Kumar" userId="74963117abc18628" providerId="LiveId" clId="{58F92CF6-BACF-445C-92FF-2B38970E5D35}" dt="2023-12-10T16:11:27.533" v="2277"/>
        <pc:sldMkLst>
          <pc:docMk/>
          <pc:sldMk cId="1143264351" sldId="295"/>
        </pc:sldMkLst>
        <pc:spChg chg="mod">
          <ac:chgData name="Shambhu Kumar" userId="74963117abc18628" providerId="LiveId" clId="{58F92CF6-BACF-445C-92FF-2B38970E5D35}" dt="2023-12-10T15:20:37.749" v="1355" actId="20577"/>
          <ac:spMkLst>
            <pc:docMk/>
            <pc:sldMk cId="1143264351" sldId="295"/>
            <ac:spMk id="3" creationId="{00000000-0000-0000-0000-000000000000}"/>
          </ac:spMkLst>
        </pc:spChg>
        <pc:spChg chg="add del">
          <ac:chgData name="Shambhu Kumar" userId="74963117abc18628" providerId="LiveId" clId="{58F92CF6-BACF-445C-92FF-2B38970E5D35}" dt="2023-12-10T15:22:02.205" v="1357" actId="22"/>
          <ac:spMkLst>
            <pc:docMk/>
            <pc:sldMk cId="1143264351" sldId="295"/>
            <ac:spMk id="5" creationId="{6B69DFDF-CC07-6370-E46E-CCC8BD2C38F7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272133273" sldId="296"/>
        </pc:sldMkLst>
        <pc:spChg chg="mod">
          <ac:chgData name="Shambhu Kumar" userId="74963117abc18628" providerId="LiveId" clId="{58F92CF6-BACF-445C-92FF-2B38970E5D35}" dt="2023-12-10T15:22:19.888" v="1364" actId="20577"/>
          <ac:spMkLst>
            <pc:docMk/>
            <pc:sldMk cId="2272133273" sldId="296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71580609" sldId="297"/>
        </pc:sldMkLst>
        <pc:spChg chg="mod">
          <ac:chgData name="Shambhu Kumar" userId="74963117abc18628" providerId="LiveId" clId="{58F92CF6-BACF-445C-92FF-2B38970E5D35}" dt="2023-12-10T15:30:53.405" v="1584" actId="114"/>
          <ac:spMkLst>
            <pc:docMk/>
            <pc:sldMk cId="71580609" sldId="297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933057048" sldId="298"/>
        </pc:sldMkLst>
        <pc:spChg chg="mod">
          <ac:chgData name="Shambhu Kumar" userId="74963117abc18628" providerId="LiveId" clId="{58F92CF6-BACF-445C-92FF-2B38970E5D35}" dt="2023-12-10T15:33:06.154" v="1698" actId="20577"/>
          <ac:spMkLst>
            <pc:docMk/>
            <pc:sldMk cId="1933057048" sldId="298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102780168" sldId="299"/>
        </pc:sldMkLst>
        <pc:spChg chg="mod">
          <ac:chgData name="Shambhu Kumar" userId="74963117abc18628" providerId="LiveId" clId="{58F92CF6-BACF-445C-92FF-2B38970E5D35}" dt="2023-12-10T15:40:39.878" v="1733" actId="20577"/>
          <ac:spMkLst>
            <pc:docMk/>
            <pc:sldMk cId="3102780168" sldId="299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231572352" sldId="300"/>
        </pc:sldMkLst>
        <pc:spChg chg="mod">
          <ac:chgData name="Shambhu Kumar" userId="74963117abc18628" providerId="LiveId" clId="{58F92CF6-BACF-445C-92FF-2B38970E5D35}" dt="2023-12-10T15:41:22.659" v="1778" actId="20577"/>
          <ac:spMkLst>
            <pc:docMk/>
            <pc:sldMk cId="1231572352" sldId="300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55594289" sldId="301"/>
        </pc:sldMkLst>
        <pc:spChg chg="mod">
          <ac:chgData name="Shambhu Kumar" userId="74963117abc18628" providerId="LiveId" clId="{58F92CF6-BACF-445C-92FF-2B38970E5D35}" dt="2023-12-10T15:42:49.759" v="1781" actId="20577"/>
          <ac:spMkLst>
            <pc:docMk/>
            <pc:sldMk cId="155594289" sldId="301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269152604" sldId="302"/>
        </pc:sldMkLst>
        <pc:spChg chg="mod">
          <ac:chgData name="Shambhu Kumar" userId="74963117abc18628" providerId="LiveId" clId="{58F92CF6-BACF-445C-92FF-2B38970E5D35}" dt="2023-12-10T15:45:41.391" v="1837" actId="20577"/>
          <ac:spMkLst>
            <pc:docMk/>
            <pc:sldMk cId="1269152604" sldId="302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261122865" sldId="303"/>
        </pc:sldMkLst>
        <pc:spChg chg="mod">
          <ac:chgData name="Shambhu Kumar" userId="74963117abc18628" providerId="LiveId" clId="{58F92CF6-BACF-445C-92FF-2B38970E5D35}" dt="2023-12-10T15:46:12.640" v="1868" actId="20577"/>
          <ac:spMkLst>
            <pc:docMk/>
            <pc:sldMk cId="2261122865" sldId="303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401103732" sldId="304"/>
        </pc:sldMkLst>
        <pc:spChg chg="mod">
          <ac:chgData name="Shambhu Kumar" userId="74963117abc18628" providerId="LiveId" clId="{58F92CF6-BACF-445C-92FF-2B38970E5D35}" dt="2023-12-10T15:46:41.760" v="1896" actId="20577"/>
          <ac:spMkLst>
            <pc:docMk/>
            <pc:sldMk cId="401103732" sldId="304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30828202" sldId="305"/>
        </pc:sldMkLst>
        <pc:spChg chg="mod">
          <ac:chgData name="Shambhu Kumar" userId="74963117abc18628" providerId="LiveId" clId="{58F92CF6-BACF-445C-92FF-2B38970E5D35}" dt="2023-12-10T15:47:09.997" v="1909" actId="20577"/>
          <ac:spMkLst>
            <pc:docMk/>
            <pc:sldMk cId="230828202" sldId="305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361630470" sldId="306"/>
        </pc:sldMkLst>
        <pc:spChg chg="mod">
          <ac:chgData name="Shambhu Kumar" userId="74963117abc18628" providerId="LiveId" clId="{58F92CF6-BACF-445C-92FF-2B38970E5D35}" dt="2023-12-10T15:47:38.528" v="1929" actId="20577"/>
          <ac:spMkLst>
            <pc:docMk/>
            <pc:sldMk cId="1361630470" sldId="306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0T16:18:30.844" v="2309" actId="207"/>
        <pc:sldMkLst>
          <pc:docMk/>
          <pc:sldMk cId="1004938374" sldId="307"/>
        </pc:sldMkLst>
        <pc:spChg chg="mod">
          <ac:chgData name="Shambhu Kumar" userId="74963117abc18628" providerId="LiveId" clId="{58F92CF6-BACF-445C-92FF-2B38970E5D35}" dt="2023-12-10T16:18:30.844" v="2309" actId="207"/>
          <ac:spMkLst>
            <pc:docMk/>
            <pc:sldMk cId="1004938374" sldId="307"/>
            <ac:spMk id="3" creationId="{00000000-0000-0000-0000-000000000000}"/>
          </ac:spMkLst>
        </pc:spChg>
      </pc:sldChg>
      <pc:sldMasterChg chg="setBg modSldLayout">
        <pc:chgData name="Shambhu Kumar" userId="74963117abc18628" providerId="LiveId" clId="{58F92CF6-BACF-445C-92FF-2B38970E5D35}" dt="2023-12-10T16:15:46.489" v="2306"/>
        <pc:sldMasterMkLst>
          <pc:docMk/>
          <pc:sldMasterMk cId="0" sldId="2147483648"/>
        </pc:sldMasterMkLst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ambhu Kumar" userId="74963117abc18628" providerId="LiveId" clId="{76673ED7-6E14-493D-8F0D-F966C444D314}"/>
    <pc:docChg chg="custSel addSld modSld sldOrd">
      <pc:chgData name="Shambhu Kumar" userId="74963117abc18628" providerId="LiveId" clId="{76673ED7-6E14-493D-8F0D-F966C444D314}" dt="2024-04-30T02:08:29.003" v="120" actId="20577"/>
      <pc:docMkLst>
        <pc:docMk/>
      </pc:docMkLst>
      <pc:sldChg chg="modSp mod">
        <pc:chgData name="Shambhu Kumar" userId="74963117abc18628" providerId="LiveId" clId="{76673ED7-6E14-493D-8F0D-F966C444D314}" dt="2024-04-21T05:20:51.235" v="50" actId="20577"/>
        <pc:sldMkLst>
          <pc:docMk/>
          <pc:sldMk cId="701070288" sldId="288"/>
        </pc:sldMkLst>
        <pc:spChg chg="mod">
          <ac:chgData name="Shambhu Kumar" userId="74963117abc18628" providerId="LiveId" clId="{76673ED7-6E14-493D-8F0D-F966C444D314}" dt="2024-04-21T05:20:51.235" v="50" actId="20577"/>
          <ac:spMkLst>
            <pc:docMk/>
            <pc:sldMk cId="701070288" sldId="288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0:55.273" v="52" actId="20577"/>
        <pc:sldMkLst>
          <pc:docMk/>
          <pc:sldMk cId="3258161269" sldId="289"/>
        </pc:sldMkLst>
        <pc:spChg chg="mod">
          <ac:chgData name="Shambhu Kumar" userId="74963117abc18628" providerId="LiveId" clId="{76673ED7-6E14-493D-8F0D-F966C444D314}" dt="2024-04-21T05:20:55.273" v="52" actId="20577"/>
          <ac:spMkLst>
            <pc:docMk/>
            <pc:sldMk cId="3258161269" sldId="289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0:30.854" v="38" actId="20577"/>
        <pc:sldMkLst>
          <pc:docMk/>
          <pc:sldMk cId="2928751038" sldId="290"/>
        </pc:sldMkLst>
        <pc:spChg chg="mod">
          <ac:chgData name="Shambhu Kumar" userId="74963117abc18628" providerId="LiveId" clId="{76673ED7-6E14-493D-8F0D-F966C444D314}" dt="2024-04-21T05:20:30.854" v="38" actId="20577"/>
          <ac:spMkLst>
            <pc:docMk/>
            <pc:sldMk cId="2928751038" sldId="290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0:34.822" v="40" actId="20577"/>
        <pc:sldMkLst>
          <pc:docMk/>
          <pc:sldMk cId="2987422863" sldId="291"/>
        </pc:sldMkLst>
        <pc:spChg chg="mod">
          <ac:chgData name="Shambhu Kumar" userId="74963117abc18628" providerId="LiveId" clId="{76673ED7-6E14-493D-8F0D-F966C444D314}" dt="2024-04-21T05:20:34.822" v="40" actId="20577"/>
          <ac:spMkLst>
            <pc:docMk/>
            <pc:sldMk cId="2987422863" sldId="291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0:59.232" v="54" actId="20577"/>
        <pc:sldMkLst>
          <pc:docMk/>
          <pc:sldMk cId="1016751481" sldId="292"/>
        </pc:sldMkLst>
        <pc:spChg chg="mod">
          <ac:chgData name="Shambhu Kumar" userId="74963117abc18628" providerId="LiveId" clId="{76673ED7-6E14-493D-8F0D-F966C444D314}" dt="2024-04-21T05:20:59.232" v="54" actId="20577"/>
          <ac:spMkLst>
            <pc:docMk/>
            <pc:sldMk cId="1016751481" sldId="292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1:04.349" v="58" actId="20577"/>
        <pc:sldMkLst>
          <pc:docMk/>
          <pc:sldMk cId="1551513957" sldId="294"/>
        </pc:sldMkLst>
        <pc:spChg chg="mod">
          <ac:chgData name="Shambhu Kumar" userId="74963117abc18628" providerId="LiveId" clId="{76673ED7-6E14-493D-8F0D-F966C444D314}" dt="2024-04-21T05:21:04.349" v="58" actId="20577"/>
          <ac:spMkLst>
            <pc:docMk/>
            <pc:sldMk cId="1551513957" sldId="294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0:39.182" v="44" actId="20577"/>
        <pc:sldMkLst>
          <pc:docMk/>
          <pc:sldMk cId="2595219066" sldId="297"/>
        </pc:sldMkLst>
        <pc:spChg chg="mod">
          <ac:chgData name="Shambhu Kumar" userId="74963117abc18628" providerId="LiveId" clId="{76673ED7-6E14-493D-8F0D-F966C444D314}" dt="2024-04-21T05:20:39.182" v="44" actId="20577"/>
          <ac:spMkLst>
            <pc:docMk/>
            <pc:sldMk cId="2595219066" sldId="297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2T01:41:15.357" v="85" actId="20577"/>
        <pc:sldMkLst>
          <pc:docMk/>
          <pc:sldMk cId="3475479175" sldId="298"/>
        </pc:sldMkLst>
        <pc:spChg chg="mod">
          <ac:chgData name="Shambhu Kumar" userId="74963117abc18628" providerId="LiveId" clId="{76673ED7-6E14-493D-8F0D-F966C444D314}" dt="2024-04-22T01:41:15.357" v="85" actId="20577"/>
          <ac:spMkLst>
            <pc:docMk/>
            <pc:sldMk cId="3475479175" sldId="298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0:01.985" v="28" actId="20577"/>
        <pc:sldMkLst>
          <pc:docMk/>
          <pc:sldMk cId="1911431645" sldId="299"/>
        </pc:sldMkLst>
        <pc:spChg chg="mod">
          <ac:chgData name="Shambhu Kumar" userId="74963117abc18628" providerId="LiveId" clId="{76673ED7-6E14-493D-8F0D-F966C444D314}" dt="2024-04-21T05:20:01.985" v="28" actId="20577"/>
          <ac:spMkLst>
            <pc:docMk/>
            <pc:sldMk cId="1911431645" sldId="299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0:06.057" v="30" actId="20577"/>
        <pc:sldMkLst>
          <pc:docMk/>
          <pc:sldMk cId="3010573416" sldId="300"/>
        </pc:sldMkLst>
        <pc:spChg chg="mod">
          <ac:chgData name="Shambhu Kumar" userId="74963117abc18628" providerId="LiveId" clId="{76673ED7-6E14-493D-8F0D-F966C444D314}" dt="2024-04-21T05:20:06.057" v="30" actId="20577"/>
          <ac:spMkLst>
            <pc:docMk/>
            <pc:sldMk cId="3010573416" sldId="300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0:10.240" v="32" actId="20577"/>
        <pc:sldMkLst>
          <pc:docMk/>
          <pc:sldMk cId="247434289" sldId="301"/>
        </pc:sldMkLst>
        <pc:spChg chg="mod">
          <ac:chgData name="Shambhu Kumar" userId="74963117abc18628" providerId="LiveId" clId="{76673ED7-6E14-493D-8F0D-F966C444D314}" dt="2024-04-21T05:20:10.240" v="32" actId="20577"/>
          <ac:spMkLst>
            <pc:docMk/>
            <pc:sldMk cId="247434289" sldId="301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2T01:43:34.312" v="90"/>
        <pc:sldMkLst>
          <pc:docMk/>
          <pc:sldMk cId="4130477396" sldId="302"/>
        </pc:sldMkLst>
        <pc:spChg chg="mod">
          <ac:chgData name="Shambhu Kumar" userId="74963117abc18628" providerId="LiveId" clId="{76673ED7-6E14-493D-8F0D-F966C444D314}" dt="2024-04-22T01:43:34.312" v="90"/>
          <ac:spMkLst>
            <pc:docMk/>
            <pc:sldMk cId="4130477396" sldId="302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2T01:44:54.967" v="95"/>
        <pc:sldMkLst>
          <pc:docMk/>
          <pc:sldMk cId="2337631087" sldId="303"/>
        </pc:sldMkLst>
        <pc:spChg chg="mod">
          <ac:chgData name="Shambhu Kumar" userId="74963117abc18628" providerId="LiveId" clId="{76673ED7-6E14-493D-8F0D-F966C444D314}" dt="2024-04-22T01:44:54.967" v="95"/>
          <ac:spMkLst>
            <pc:docMk/>
            <pc:sldMk cId="2337631087" sldId="303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1:16.888" v="64" actId="20577"/>
        <pc:sldMkLst>
          <pc:docMk/>
          <pc:sldMk cId="2449645244" sldId="304"/>
        </pc:sldMkLst>
        <pc:spChg chg="mod">
          <ac:chgData name="Shambhu Kumar" userId="74963117abc18628" providerId="LiveId" clId="{76673ED7-6E14-493D-8F0D-F966C444D314}" dt="2024-04-21T05:21:16.888" v="64" actId="20577"/>
          <ac:spMkLst>
            <pc:docMk/>
            <pc:sldMk cId="2449645244" sldId="304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30T02:03:26.178" v="104" actId="20577"/>
        <pc:sldMkLst>
          <pc:docMk/>
          <pc:sldMk cId="1683561133" sldId="305"/>
        </pc:sldMkLst>
        <pc:spChg chg="mod">
          <ac:chgData name="Shambhu Kumar" userId="74963117abc18628" providerId="LiveId" clId="{76673ED7-6E14-493D-8F0D-F966C444D314}" dt="2024-04-30T02:03:26.178" v="104" actId="20577"/>
          <ac:spMkLst>
            <pc:docMk/>
            <pc:sldMk cId="1683561133" sldId="305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1:23.527" v="66" actId="20577"/>
        <pc:sldMkLst>
          <pc:docMk/>
          <pc:sldMk cId="1313787557" sldId="306"/>
        </pc:sldMkLst>
        <pc:spChg chg="mod">
          <ac:chgData name="Shambhu Kumar" userId="74963117abc18628" providerId="LiveId" clId="{76673ED7-6E14-493D-8F0D-F966C444D314}" dt="2024-04-21T05:21:23.527" v="66" actId="20577"/>
          <ac:spMkLst>
            <pc:docMk/>
            <pc:sldMk cId="1313787557" sldId="306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1:32.970" v="74" actId="20577"/>
        <pc:sldMkLst>
          <pc:docMk/>
          <pc:sldMk cId="4145453092" sldId="307"/>
        </pc:sldMkLst>
        <pc:spChg chg="mod">
          <ac:chgData name="Shambhu Kumar" userId="74963117abc18628" providerId="LiveId" clId="{76673ED7-6E14-493D-8F0D-F966C444D314}" dt="2024-04-21T05:21:32.970" v="74" actId="20577"/>
          <ac:spMkLst>
            <pc:docMk/>
            <pc:sldMk cId="4145453092" sldId="307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1:36.660" v="76" actId="20577"/>
        <pc:sldMkLst>
          <pc:docMk/>
          <pc:sldMk cId="4230568330" sldId="309"/>
        </pc:sldMkLst>
        <pc:spChg chg="mod">
          <ac:chgData name="Shambhu Kumar" userId="74963117abc18628" providerId="LiveId" clId="{76673ED7-6E14-493D-8F0D-F966C444D314}" dt="2024-04-21T05:21:36.660" v="76" actId="20577"/>
          <ac:spMkLst>
            <pc:docMk/>
            <pc:sldMk cId="4230568330" sldId="309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0:16.273" v="34" actId="20577"/>
        <pc:sldMkLst>
          <pc:docMk/>
          <pc:sldMk cId="4268398949" sldId="310"/>
        </pc:sldMkLst>
        <pc:spChg chg="mod">
          <ac:chgData name="Shambhu Kumar" userId="74963117abc18628" providerId="LiveId" clId="{76673ED7-6E14-493D-8F0D-F966C444D314}" dt="2024-04-21T05:20:16.273" v="34" actId="20577"/>
          <ac:spMkLst>
            <pc:docMk/>
            <pc:sldMk cId="4268398949" sldId="310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1:40.794" v="78" actId="20577"/>
        <pc:sldMkLst>
          <pc:docMk/>
          <pc:sldMk cId="2053153495" sldId="311"/>
        </pc:sldMkLst>
        <pc:spChg chg="mod">
          <ac:chgData name="Shambhu Kumar" userId="74963117abc18628" providerId="LiveId" clId="{76673ED7-6E14-493D-8F0D-F966C444D314}" dt="2024-04-21T05:21:40.794" v="78" actId="20577"/>
          <ac:spMkLst>
            <pc:docMk/>
            <pc:sldMk cId="2053153495" sldId="311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1:44.715" v="80" actId="20577"/>
        <pc:sldMkLst>
          <pc:docMk/>
          <pc:sldMk cId="506763550" sldId="312"/>
        </pc:sldMkLst>
        <pc:spChg chg="mod">
          <ac:chgData name="Shambhu Kumar" userId="74963117abc18628" providerId="LiveId" clId="{76673ED7-6E14-493D-8F0D-F966C444D314}" dt="2024-04-21T05:21:44.715" v="80" actId="20577"/>
          <ac:spMkLst>
            <pc:docMk/>
            <pc:sldMk cId="506763550" sldId="312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0:26.528" v="36" actId="20577"/>
        <pc:sldMkLst>
          <pc:docMk/>
          <pc:sldMk cId="3371780754" sldId="313"/>
        </pc:sldMkLst>
        <pc:spChg chg="mod">
          <ac:chgData name="Shambhu Kumar" userId="74963117abc18628" providerId="LiveId" clId="{76673ED7-6E14-493D-8F0D-F966C444D314}" dt="2024-04-21T05:20:26.528" v="36" actId="20577"/>
          <ac:spMkLst>
            <pc:docMk/>
            <pc:sldMk cId="3371780754" sldId="313"/>
            <ac:spMk id="3" creationId="{00000000-0000-0000-0000-000000000000}"/>
          </ac:spMkLst>
        </pc:spChg>
      </pc:sldChg>
      <pc:sldChg chg="modSp mod ord">
        <pc:chgData name="Shambhu Kumar" userId="74963117abc18628" providerId="LiveId" clId="{76673ED7-6E14-493D-8F0D-F966C444D314}" dt="2024-04-22T01:42:23.524" v="89" actId="20577"/>
        <pc:sldMkLst>
          <pc:docMk/>
          <pc:sldMk cId="830223787" sldId="314"/>
        </pc:sldMkLst>
        <pc:spChg chg="mod">
          <ac:chgData name="Shambhu Kumar" userId="74963117abc18628" providerId="LiveId" clId="{76673ED7-6E14-493D-8F0D-F966C444D314}" dt="2024-04-22T01:42:23.524" v="89" actId="20577"/>
          <ac:spMkLst>
            <pc:docMk/>
            <pc:sldMk cId="830223787" sldId="314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1:49.067" v="82" actId="20577"/>
        <pc:sldMkLst>
          <pc:docMk/>
          <pc:sldMk cId="4011208354" sldId="315"/>
        </pc:sldMkLst>
        <pc:spChg chg="mod">
          <ac:chgData name="Shambhu Kumar" userId="74963117abc18628" providerId="LiveId" clId="{76673ED7-6E14-493D-8F0D-F966C444D314}" dt="2024-04-21T05:21:49.067" v="82" actId="20577"/>
          <ac:spMkLst>
            <pc:docMk/>
            <pc:sldMk cId="4011208354" sldId="315"/>
            <ac:spMk id="3" creationId="{00000000-0000-0000-0000-000000000000}"/>
          </ac:spMkLst>
        </pc:spChg>
      </pc:sldChg>
      <pc:sldChg chg="modSp mod">
        <pc:chgData name="Shambhu Kumar" userId="74963117abc18628" providerId="LiveId" clId="{76673ED7-6E14-493D-8F0D-F966C444D314}" dt="2024-04-21T05:21:53.329" v="84" actId="20577"/>
        <pc:sldMkLst>
          <pc:docMk/>
          <pc:sldMk cId="2052938130" sldId="316"/>
        </pc:sldMkLst>
        <pc:spChg chg="mod">
          <ac:chgData name="Shambhu Kumar" userId="74963117abc18628" providerId="LiveId" clId="{76673ED7-6E14-493D-8F0D-F966C444D314}" dt="2024-04-21T05:21:53.329" v="84" actId="20577"/>
          <ac:spMkLst>
            <pc:docMk/>
            <pc:sldMk cId="2052938130" sldId="316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76673ED7-6E14-493D-8F0D-F966C444D314}" dt="2024-04-22T01:44:39.440" v="94" actId="20577"/>
        <pc:sldMkLst>
          <pc:docMk/>
          <pc:sldMk cId="1581692402" sldId="317"/>
        </pc:sldMkLst>
        <pc:spChg chg="mod">
          <ac:chgData name="Shambhu Kumar" userId="74963117abc18628" providerId="LiveId" clId="{76673ED7-6E14-493D-8F0D-F966C444D314}" dt="2024-04-22T01:44:39.440" v="94" actId="20577"/>
          <ac:spMkLst>
            <pc:docMk/>
            <pc:sldMk cId="1581692402" sldId="317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76673ED7-6E14-493D-8F0D-F966C444D314}" dt="2024-04-30T02:08:29.003" v="120" actId="20577"/>
        <pc:sldMkLst>
          <pc:docMk/>
          <pc:sldMk cId="3419834478" sldId="318"/>
        </pc:sldMkLst>
        <pc:spChg chg="mod">
          <ac:chgData name="Shambhu Kumar" userId="74963117abc18628" providerId="LiveId" clId="{76673ED7-6E14-493D-8F0D-F966C444D314}" dt="2024-04-30T02:08:29.003" v="120" actId="20577"/>
          <ac:spMkLst>
            <pc:docMk/>
            <pc:sldMk cId="3419834478" sldId="318"/>
            <ac:spMk id="3" creationId="{00000000-0000-0000-0000-000000000000}"/>
          </ac:spMkLst>
        </pc:spChg>
      </pc:sldChg>
    </pc:docChg>
  </pc:docChgLst>
  <pc:docChgLst>
    <pc:chgData name="Shambhu Kumar" userId="74963117abc18628" providerId="LiveId" clId="{DA6331A9-FDFB-4279-AE04-242FD43A0A49}"/>
    <pc:docChg chg="addSld modSld">
      <pc:chgData name="Shambhu Kumar" userId="74963117abc18628" providerId="LiveId" clId="{DA6331A9-FDFB-4279-AE04-242FD43A0A49}" dt="2024-05-19T12:04:08.298" v="4" actId="20577"/>
      <pc:docMkLst>
        <pc:docMk/>
      </pc:docMkLst>
      <pc:sldChg chg="modSp add mod">
        <pc:chgData name="Shambhu Kumar" userId="74963117abc18628" providerId="LiveId" clId="{DA6331A9-FDFB-4279-AE04-242FD43A0A49}" dt="2024-05-19T12:04:08.298" v="4" actId="20577"/>
        <pc:sldMkLst>
          <pc:docMk/>
          <pc:sldMk cId="2288349581" sldId="321"/>
        </pc:sldMkLst>
        <pc:spChg chg="mod">
          <ac:chgData name="Shambhu Kumar" userId="74963117abc18628" providerId="LiveId" clId="{DA6331A9-FDFB-4279-AE04-242FD43A0A49}" dt="2024-05-19T12:04:08.298" v="4" actId="20577"/>
          <ac:spMkLst>
            <pc:docMk/>
            <pc:sldMk cId="2288349581" sldId="321"/>
            <ac:spMk id="3" creationId="{00000000-0000-0000-0000-000000000000}"/>
          </ac:spMkLst>
        </pc:spChg>
      </pc:sldChg>
    </pc:docChg>
  </pc:docChgLst>
  <pc:docChgLst>
    <pc:chgData name="Shambhu Kumar" userId="74963117abc18628" providerId="LiveId" clId="{BCA58DCA-4BE2-440E-8867-1B628F2210AD}"/>
    <pc:docChg chg="undo custSel addSld delSld modSld sldOrd modMainMaster">
      <pc:chgData name="Shambhu Kumar" userId="74963117abc18628" providerId="LiveId" clId="{BCA58DCA-4BE2-440E-8867-1B628F2210AD}" dt="2024-01-28T04:52:29.529" v="4151" actId="20577"/>
      <pc:docMkLst>
        <pc:docMk/>
      </pc:docMkLst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3598742032" sldId="265"/>
        </pc:sldMkLst>
      </pc:sldChg>
      <pc:sldChg chg="modSp mod setBg">
        <pc:chgData name="Shambhu Kumar" userId="74963117abc18628" providerId="LiveId" clId="{BCA58DCA-4BE2-440E-8867-1B628F2210AD}" dt="2024-01-09T01:42:19.588" v="3772"/>
        <pc:sldMkLst>
          <pc:docMk/>
          <pc:sldMk cId="3832484108" sldId="280"/>
        </pc:sldMkLst>
        <pc:spChg chg="mod">
          <ac:chgData name="Shambhu Kumar" userId="74963117abc18628" providerId="LiveId" clId="{BCA58DCA-4BE2-440E-8867-1B628F2210AD}" dt="2023-12-10T16:21:07.381" v="11" actId="20577"/>
          <ac:spMkLst>
            <pc:docMk/>
            <pc:sldMk cId="3832484108" sldId="280"/>
            <ac:spMk id="2" creationId="{00000000-0000-0000-0000-000000000000}"/>
          </ac:spMkLst>
        </pc:spChg>
        <pc:spChg chg="mod">
          <ac:chgData name="Shambhu Kumar" userId="74963117abc18628" providerId="LiveId" clId="{BCA58DCA-4BE2-440E-8867-1B628F2210AD}" dt="2023-12-10T17:02:28.182" v="128" actId="20577"/>
          <ac:spMkLst>
            <pc:docMk/>
            <pc:sldMk cId="3832484108" sldId="280"/>
            <ac:spMk id="3" creationId="{00000000-0000-0000-0000-000000000000}"/>
          </ac:spMkLst>
        </pc:spChg>
      </pc:sldChg>
      <pc:sldChg chg="modSp mod">
        <pc:chgData name="Shambhu Kumar" userId="74963117abc18628" providerId="LiveId" clId="{BCA58DCA-4BE2-440E-8867-1B628F2210AD}" dt="2023-12-10T17:11:17.894" v="355" actId="20577"/>
        <pc:sldMkLst>
          <pc:docMk/>
          <pc:sldMk cId="1945831170" sldId="281"/>
        </pc:sldMkLst>
        <pc:spChg chg="mod">
          <ac:chgData name="Shambhu Kumar" userId="74963117abc18628" providerId="LiveId" clId="{BCA58DCA-4BE2-440E-8867-1B628F2210AD}" dt="2023-12-10T17:02:37.897" v="139" actId="20577"/>
          <ac:spMkLst>
            <pc:docMk/>
            <pc:sldMk cId="1945831170" sldId="281"/>
            <ac:spMk id="2" creationId="{00000000-0000-0000-0000-000000000000}"/>
          </ac:spMkLst>
        </pc:spChg>
        <pc:spChg chg="mod">
          <ac:chgData name="Shambhu Kumar" userId="74963117abc18628" providerId="LiveId" clId="{BCA58DCA-4BE2-440E-8867-1B628F2210AD}" dt="2023-12-10T17:11:17.894" v="355" actId="20577"/>
          <ac:spMkLst>
            <pc:docMk/>
            <pc:sldMk cId="1945831170" sldId="281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3599725201" sldId="282"/>
        </pc:sldMkLst>
      </pc:sldChg>
      <pc:sldChg chg="modSp add mod addCm delCm modCm">
        <pc:chgData name="Shambhu Kumar" userId="74963117abc18628" providerId="LiveId" clId="{BCA58DCA-4BE2-440E-8867-1B628F2210AD}" dt="2023-12-31T03:38:05.263" v="3488" actId="1592"/>
        <pc:sldMkLst>
          <pc:docMk/>
          <pc:sldMk cId="4138525093" sldId="282"/>
        </pc:sldMkLst>
        <pc:spChg chg="mod">
          <ac:chgData name="Shambhu Kumar" userId="74963117abc18628" providerId="LiveId" clId="{BCA58DCA-4BE2-440E-8867-1B628F2210AD}" dt="2023-12-10T17:12:08.678" v="437" actId="20577"/>
          <ac:spMkLst>
            <pc:docMk/>
            <pc:sldMk cId="4138525093" sldId="282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352385507" sldId="283"/>
        </pc:sldMkLst>
      </pc:sldChg>
      <pc:sldChg chg="modSp add mod">
        <pc:chgData name="Shambhu Kumar" userId="74963117abc18628" providerId="LiveId" clId="{BCA58DCA-4BE2-440E-8867-1B628F2210AD}" dt="2023-12-10T18:19:51.859" v="1489" actId="20577"/>
        <pc:sldMkLst>
          <pc:docMk/>
          <pc:sldMk cId="673191664" sldId="283"/>
        </pc:sldMkLst>
        <pc:spChg chg="mod">
          <ac:chgData name="Shambhu Kumar" userId="74963117abc18628" providerId="LiveId" clId="{BCA58DCA-4BE2-440E-8867-1B628F2210AD}" dt="2023-12-10T18:19:51.859" v="1489" actId="20577"/>
          <ac:spMkLst>
            <pc:docMk/>
            <pc:sldMk cId="673191664" sldId="283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BCA58DCA-4BE2-440E-8867-1B628F2210AD}" dt="2023-12-10T18:19:58.208" v="1491" actId="20577"/>
        <pc:sldMkLst>
          <pc:docMk/>
          <pc:sldMk cId="2738965406" sldId="284"/>
        </pc:sldMkLst>
        <pc:spChg chg="mod">
          <ac:chgData name="Shambhu Kumar" userId="74963117abc18628" providerId="LiveId" clId="{BCA58DCA-4BE2-440E-8867-1B628F2210AD}" dt="2023-12-10T18:19:58.208" v="1491" actId="20577"/>
          <ac:spMkLst>
            <pc:docMk/>
            <pc:sldMk cId="2738965406" sldId="284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3928356547" sldId="284"/>
        </pc:sldMkLst>
      </pc:sldChg>
      <pc:sldChg chg="modSp add mod">
        <pc:chgData name="Shambhu Kumar" userId="74963117abc18628" providerId="LiveId" clId="{BCA58DCA-4BE2-440E-8867-1B628F2210AD}" dt="2023-12-10T18:20:04.501" v="1493" actId="20577"/>
        <pc:sldMkLst>
          <pc:docMk/>
          <pc:sldMk cId="409757583" sldId="285"/>
        </pc:sldMkLst>
        <pc:spChg chg="mod">
          <ac:chgData name="Shambhu Kumar" userId="74963117abc18628" providerId="LiveId" clId="{BCA58DCA-4BE2-440E-8867-1B628F2210AD}" dt="2023-12-10T18:20:04.501" v="1493" actId="20577"/>
          <ac:spMkLst>
            <pc:docMk/>
            <pc:sldMk cId="409757583" sldId="285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3957384625" sldId="285"/>
        </pc:sldMkLst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594101506" sldId="286"/>
        </pc:sldMkLst>
      </pc:sldChg>
      <pc:sldChg chg="modSp add mod setBg">
        <pc:chgData name="Shambhu Kumar" userId="74963117abc18628" providerId="LiveId" clId="{BCA58DCA-4BE2-440E-8867-1B628F2210AD}" dt="2024-01-09T18:03:19.835" v="3844"/>
        <pc:sldMkLst>
          <pc:docMk/>
          <pc:sldMk cId="2701507743" sldId="286"/>
        </pc:sldMkLst>
        <pc:spChg chg="mod">
          <ac:chgData name="Shambhu Kumar" userId="74963117abc18628" providerId="LiveId" clId="{BCA58DCA-4BE2-440E-8867-1B628F2210AD}" dt="2023-12-10T18:20:08.489" v="1495" actId="20577"/>
          <ac:spMkLst>
            <pc:docMk/>
            <pc:sldMk cId="2701507743" sldId="286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BCA58DCA-4BE2-440E-8867-1B628F2210AD}" dt="2024-01-04T06:11:00.976" v="3625" actId="20577"/>
        <pc:sldMkLst>
          <pc:docMk/>
          <pc:sldMk cId="736504630" sldId="287"/>
        </pc:sldMkLst>
        <pc:spChg chg="mod">
          <ac:chgData name="Shambhu Kumar" userId="74963117abc18628" providerId="LiveId" clId="{BCA58DCA-4BE2-440E-8867-1B628F2210AD}" dt="2024-01-04T06:11:00.976" v="3625" actId="20577"/>
          <ac:spMkLst>
            <pc:docMk/>
            <pc:sldMk cId="736504630" sldId="287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1645863187" sldId="287"/>
        </pc:sldMkLst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371964513" sldId="288"/>
        </pc:sldMkLst>
      </pc:sldChg>
      <pc:sldChg chg="modSp add mod">
        <pc:chgData name="Shambhu Kumar" userId="74963117abc18628" providerId="LiveId" clId="{BCA58DCA-4BE2-440E-8867-1B628F2210AD}" dt="2024-01-09T02:17:06.845" v="3833" actId="20577"/>
        <pc:sldMkLst>
          <pc:docMk/>
          <pc:sldMk cId="701070288" sldId="288"/>
        </pc:sldMkLst>
        <pc:spChg chg="mod">
          <ac:chgData name="Shambhu Kumar" userId="74963117abc18628" providerId="LiveId" clId="{BCA58DCA-4BE2-440E-8867-1B628F2210AD}" dt="2024-01-09T02:17:06.845" v="3833" actId="20577"/>
          <ac:spMkLst>
            <pc:docMk/>
            <pc:sldMk cId="701070288" sldId="288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2098352429" sldId="289"/>
        </pc:sldMkLst>
      </pc:sldChg>
      <pc:sldChg chg="modSp add mod">
        <pc:chgData name="Shambhu Kumar" userId="74963117abc18628" providerId="LiveId" clId="{BCA58DCA-4BE2-440E-8867-1B628F2210AD}" dt="2024-01-09T02:17:11.805" v="3837" actId="20577"/>
        <pc:sldMkLst>
          <pc:docMk/>
          <pc:sldMk cId="3258161269" sldId="289"/>
        </pc:sldMkLst>
        <pc:spChg chg="mod">
          <ac:chgData name="Shambhu Kumar" userId="74963117abc18628" providerId="LiveId" clId="{BCA58DCA-4BE2-440E-8867-1B628F2210AD}" dt="2024-01-09T02:17:11.805" v="3837" actId="20577"/>
          <ac:spMkLst>
            <pc:docMk/>
            <pc:sldMk cId="3258161269" sldId="289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924811520" sldId="290"/>
        </pc:sldMkLst>
      </pc:sldChg>
      <pc:sldChg chg="modSp add mod ord">
        <pc:chgData name="Shambhu Kumar" userId="74963117abc18628" providerId="LiveId" clId="{BCA58DCA-4BE2-440E-8867-1B628F2210AD}" dt="2024-01-05T01:46:57.747" v="3669" actId="20577"/>
        <pc:sldMkLst>
          <pc:docMk/>
          <pc:sldMk cId="2928751038" sldId="290"/>
        </pc:sldMkLst>
        <pc:spChg chg="mod">
          <ac:chgData name="Shambhu Kumar" userId="74963117abc18628" providerId="LiveId" clId="{BCA58DCA-4BE2-440E-8867-1B628F2210AD}" dt="2024-01-05T01:46:57.747" v="3669" actId="20577"/>
          <ac:spMkLst>
            <pc:docMk/>
            <pc:sldMk cId="2928751038" sldId="290"/>
            <ac:spMk id="3" creationId="{00000000-0000-0000-0000-000000000000}"/>
          </ac:spMkLst>
        </pc:spChg>
      </pc:sldChg>
      <pc:sldChg chg="modSp add mod ord">
        <pc:chgData name="Shambhu Kumar" userId="74963117abc18628" providerId="LiveId" clId="{BCA58DCA-4BE2-440E-8867-1B628F2210AD}" dt="2024-01-05T01:47:02.586" v="3671" actId="20577"/>
        <pc:sldMkLst>
          <pc:docMk/>
          <pc:sldMk cId="2987422863" sldId="291"/>
        </pc:sldMkLst>
        <pc:spChg chg="mod">
          <ac:chgData name="Shambhu Kumar" userId="74963117abc18628" providerId="LiveId" clId="{BCA58DCA-4BE2-440E-8867-1B628F2210AD}" dt="2024-01-05T01:47:02.586" v="3671" actId="20577"/>
          <ac:spMkLst>
            <pc:docMk/>
            <pc:sldMk cId="2987422863" sldId="291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3137961450" sldId="291"/>
        </pc:sldMkLst>
      </pc:sldChg>
      <pc:sldChg chg="modSp add mod">
        <pc:chgData name="Shambhu Kumar" userId="74963117abc18628" providerId="LiveId" clId="{BCA58DCA-4BE2-440E-8867-1B628F2210AD}" dt="2024-01-09T02:17:19.504" v="3839" actId="20577"/>
        <pc:sldMkLst>
          <pc:docMk/>
          <pc:sldMk cId="1016751481" sldId="292"/>
        </pc:sldMkLst>
        <pc:spChg chg="mod">
          <ac:chgData name="Shambhu Kumar" userId="74963117abc18628" providerId="LiveId" clId="{BCA58DCA-4BE2-440E-8867-1B628F2210AD}" dt="2024-01-09T02:17:19.504" v="3839" actId="20577"/>
          <ac:spMkLst>
            <pc:docMk/>
            <pc:sldMk cId="1016751481" sldId="292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3624263412" sldId="292"/>
        </pc:sldMkLst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1035884235" sldId="293"/>
        </pc:sldMkLst>
      </pc:sldChg>
      <pc:sldChg chg="modSp add del mod">
        <pc:chgData name="Shambhu Kumar" userId="74963117abc18628" providerId="LiveId" clId="{BCA58DCA-4BE2-440E-8867-1B628F2210AD}" dt="2023-12-12T01:24:46.523" v="3205" actId="2696"/>
        <pc:sldMkLst>
          <pc:docMk/>
          <pc:sldMk cId="1621590829" sldId="293"/>
        </pc:sldMkLst>
        <pc:spChg chg="mod">
          <ac:chgData name="Shambhu Kumar" userId="74963117abc18628" providerId="LiveId" clId="{BCA58DCA-4BE2-440E-8867-1B628F2210AD}" dt="2023-12-10T17:59:44.345" v="1193" actId="20577"/>
          <ac:spMkLst>
            <pc:docMk/>
            <pc:sldMk cId="1621590829" sldId="293"/>
            <ac:spMk id="2" creationId="{00000000-0000-0000-0000-000000000000}"/>
          </ac:spMkLst>
        </pc:spChg>
        <pc:spChg chg="mod">
          <ac:chgData name="Shambhu Kumar" userId="74963117abc18628" providerId="LiveId" clId="{BCA58DCA-4BE2-440E-8867-1B628F2210AD}" dt="2023-12-10T17:59:59.168" v="1228" actId="20577"/>
          <ac:spMkLst>
            <pc:docMk/>
            <pc:sldMk cId="1621590829" sldId="293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BCA58DCA-4BE2-440E-8867-1B628F2210AD}" dt="2024-01-09T02:17:24.216" v="3841" actId="20577"/>
        <pc:sldMkLst>
          <pc:docMk/>
          <pc:sldMk cId="1551513957" sldId="294"/>
        </pc:sldMkLst>
        <pc:spChg chg="mod">
          <ac:chgData name="Shambhu Kumar" userId="74963117abc18628" providerId="LiveId" clId="{BCA58DCA-4BE2-440E-8867-1B628F2210AD}" dt="2024-01-09T02:17:24.216" v="3841" actId="20577"/>
          <ac:spMkLst>
            <pc:docMk/>
            <pc:sldMk cId="1551513957" sldId="294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1631588300" sldId="294"/>
        </pc:sldMkLst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1143264351" sldId="295"/>
        </pc:sldMkLst>
      </pc:sldChg>
      <pc:sldChg chg="modSp add mod">
        <pc:chgData name="Shambhu Kumar" userId="74963117abc18628" providerId="LiveId" clId="{BCA58DCA-4BE2-440E-8867-1B628F2210AD}" dt="2023-12-10T18:18:05.581" v="1318" actId="20577"/>
        <pc:sldMkLst>
          <pc:docMk/>
          <pc:sldMk cId="2964933131" sldId="295"/>
        </pc:sldMkLst>
        <pc:spChg chg="mod">
          <ac:chgData name="Shambhu Kumar" userId="74963117abc18628" providerId="LiveId" clId="{BCA58DCA-4BE2-440E-8867-1B628F2210AD}" dt="2023-12-10T18:18:05.581" v="1318" actId="20577"/>
          <ac:spMkLst>
            <pc:docMk/>
            <pc:sldMk cId="2964933131" sldId="295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BCA58DCA-4BE2-440E-8867-1B628F2210AD}" dt="2023-12-10T18:19:44.693" v="1487" actId="20577"/>
        <pc:sldMkLst>
          <pc:docMk/>
          <pc:sldMk cId="1487197776" sldId="296"/>
        </pc:sldMkLst>
        <pc:spChg chg="mod">
          <ac:chgData name="Shambhu Kumar" userId="74963117abc18628" providerId="LiveId" clId="{BCA58DCA-4BE2-440E-8867-1B628F2210AD}" dt="2023-12-10T18:19:44.693" v="1487" actId="20577"/>
          <ac:spMkLst>
            <pc:docMk/>
            <pc:sldMk cId="1487197776" sldId="296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2272133273" sldId="296"/>
        </pc:sldMkLst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71580609" sldId="297"/>
        </pc:sldMkLst>
      </pc:sldChg>
      <pc:sldChg chg="modSp add mod ord">
        <pc:chgData name="Shambhu Kumar" userId="74963117abc18628" providerId="LiveId" clId="{BCA58DCA-4BE2-440E-8867-1B628F2210AD}" dt="2024-01-09T02:16:47.084" v="3811" actId="20577"/>
        <pc:sldMkLst>
          <pc:docMk/>
          <pc:sldMk cId="2595219066" sldId="297"/>
        </pc:sldMkLst>
        <pc:spChg chg="mod">
          <ac:chgData name="Shambhu Kumar" userId="74963117abc18628" providerId="LiveId" clId="{BCA58DCA-4BE2-440E-8867-1B628F2210AD}" dt="2024-01-09T02:16:47.084" v="3811" actId="20577"/>
          <ac:spMkLst>
            <pc:docMk/>
            <pc:sldMk cId="2595219066" sldId="297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1933057048" sldId="298"/>
        </pc:sldMkLst>
      </pc:sldChg>
      <pc:sldChg chg="modSp add mod ord">
        <pc:chgData name="Shambhu Kumar" userId="74963117abc18628" providerId="LiveId" clId="{BCA58DCA-4BE2-440E-8867-1B628F2210AD}" dt="2024-01-09T02:17:00.453" v="3829" actId="20577"/>
        <pc:sldMkLst>
          <pc:docMk/>
          <pc:sldMk cId="3475479175" sldId="298"/>
        </pc:sldMkLst>
        <pc:spChg chg="mod">
          <ac:chgData name="Shambhu Kumar" userId="74963117abc18628" providerId="LiveId" clId="{BCA58DCA-4BE2-440E-8867-1B628F2210AD}" dt="2024-01-09T02:17:00.453" v="3829" actId="20577"/>
          <ac:spMkLst>
            <pc:docMk/>
            <pc:sldMk cId="3475479175" sldId="298"/>
            <ac:spMk id="3" creationId="{00000000-0000-0000-0000-000000000000}"/>
          </ac:spMkLst>
        </pc:spChg>
      </pc:sldChg>
      <pc:sldChg chg="modSp add mod ord">
        <pc:chgData name="Shambhu Kumar" userId="74963117abc18628" providerId="LiveId" clId="{BCA58DCA-4BE2-440E-8867-1B628F2210AD}" dt="2024-01-05T01:45:54.214" v="3651" actId="20577"/>
        <pc:sldMkLst>
          <pc:docMk/>
          <pc:sldMk cId="1911431645" sldId="299"/>
        </pc:sldMkLst>
        <pc:spChg chg="mod">
          <ac:chgData name="Shambhu Kumar" userId="74963117abc18628" providerId="LiveId" clId="{BCA58DCA-4BE2-440E-8867-1B628F2210AD}" dt="2024-01-05T01:45:54.214" v="3651" actId="20577"/>
          <ac:spMkLst>
            <pc:docMk/>
            <pc:sldMk cId="1911431645" sldId="299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3102780168" sldId="299"/>
        </pc:sldMkLst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1231572352" sldId="300"/>
        </pc:sldMkLst>
      </pc:sldChg>
      <pc:sldChg chg="modSp add mod ord">
        <pc:chgData name="Shambhu Kumar" userId="74963117abc18628" providerId="LiveId" clId="{BCA58DCA-4BE2-440E-8867-1B628F2210AD}" dt="2024-01-05T01:46:09.881" v="3655" actId="20577"/>
        <pc:sldMkLst>
          <pc:docMk/>
          <pc:sldMk cId="3010573416" sldId="300"/>
        </pc:sldMkLst>
        <pc:spChg chg="mod">
          <ac:chgData name="Shambhu Kumar" userId="74963117abc18628" providerId="LiveId" clId="{BCA58DCA-4BE2-440E-8867-1B628F2210AD}" dt="2024-01-05T01:46:09.881" v="3655" actId="20577"/>
          <ac:spMkLst>
            <pc:docMk/>
            <pc:sldMk cId="3010573416" sldId="300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155594289" sldId="301"/>
        </pc:sldMkLst>
      </pc:sldChg>
      <pc:sldChg chg="modSp add mod ord">
        <pc:chgData name="Shambhu Kumar" userId="74963117abc18628" providerId="LiveId" clId="{BCA58DCA-4BE2-440E-8867-1B628F2210AD}" dt="2024-01-08T05:39:13.257" v="3742" actId="20577"/>
        <pc:sldMkLst>
          <pc:docMk/>
          <pc:sldMk cId="247434289" sldId="301"/>
        </pc:sldMkLst>
        <pc:spChg chg="mod">
          <ac:chgData name="Shambhu Kumar" userId="74963117abc18628" providerId="LiveId" clId="{BCA58DCA-4BE2-440E-8867-1B628F2210AD}" dt="2024-01-08T05:39:13.257" v="3742" actId="20577"/>
          <ac:spMkLst>
            <pc:docMk/>
            <pc:sldMk cId="247434289" sldId="301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1269152604" sldId="302"/>
        </pc:sldMkLst>
      </pc:sldChg>
      <pc:sldChg chg="modSp add mod">
        <pc:chgData name="Shambhu Kumar" userId="74963117abc18628" providerId="LiveId" clId="{BCA58DCA-4BE2-440E-8867-1B628F2210AD}" dt="2024-01-05T01:47:48.934" v="3693" actId="20577"/>
        <pc:sldMkLst>
          <pc:docMk/>
          <pc:sldMk cId="4130477396" sldId="302"/>
        </pc:sldMkLst>
        <pc:spChg chg="mod">
          <ac:chgData name="Shambhu Kumar" userId="74963117abc18628" providerId="LiveId" clId="{BCA58DCA-4BE2-440E-8867-1B628F2210AD}" dt="2024-01-05T01:47:48.934" v="3693" actId="20577"/>
          <ac:spMkLst>
            <pc:docMk/>
            <pc:sldMk cId="4130477396" sldId="302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2261122865" sldId="303"/>
        </pc:sldMkLst>
      </pc:sldChg>
      <pc:sldChg chg="modSp add mod">
        <pc:chgData name="Shambhu Kumar" userId="74963117abc18628" providerId="LiveId" clId="{BCA58DCA-4BE2-440E-8867-1B628F2210AD}" dt="2024-01-05T01:47:58.885" v="3695" actId="20577"/>
        <pc:sldMkLst>
          <pc:docMk/>
          <pc:sldMk cId="2337631087" sldId="303"/>
        </pc:sldMkLst>
        <pc:spChg chg="mod">
          <ac:chgData name="Shambhu Kumar" userId="74963117abc18628" providerId="LiveId" clId="{BCA58DCA-4BE2-440E-8867-1B628F2210AD}" dt="2024-01-05T01:47:58.885" v="3695" actId="20577"/>
          <ac:spMkLst>
            <pc:docMk/>
            <pc:sldMk cId="2337631087" sldId="303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401103732" sldId="304"/>
        </pc:sldMkLst>
      </pc:sldChg>
      <pc:sldChg chg="modSp add mod setBg">
        <pc:chgData name="Shambhu Kumar" userId="74963117abc18628" providerId="LiveId" clId="{BCA58DCA-4BE2-440E-8867-1B628F2210AD}" dt="2024-01-18T02:34:30.314" v="3891" actId="20577"/>
        <pc:sldMkLst>
          <pc:docMk/>
          <pc:sldMk cId="2449645244" sldId="304"/>
        </pc:sldMkLst>
        <pc:spChg chg="mod">
          <ac:chgData name="Shambhu Kumar" userId="74963117abc18628" providerId="LiveId" clId="{BCA58DCA-4BE2-440E-8867-1B628F2210AD}" dt="2024-01-18T02:34:30.314" v="3891" actId="20577"/>
          <ac:spMkLst>
            <pc:docMk/>
            <pc:sldMk cId="2449645244" sldId="304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230828202" sldId="305"/>
        </pc:sldMkLst>
      </pc:sldChg>
      <pc:sldChg chg="modSp add mod">
        <pc:chgData name="Shambhu Kumar" userId="74963117abc18628" providerId="LiveId" clId="{BCA58DCA-4BE2-440E-8867-1B628F2210AD}" dt="2024-01-18T23:48:43.405" v="3910" actId="20577"/>
        <pc:sldMkLst>
          <pc:docMk/>
          <pc:sldMk cId="1683561133" sldId="305"/>
        </pc:sldMkLst>
        <pc:spChg chg="mod">
          <ac:chgData name="Shambhu Kumar" userId="74963117abc18628" providerId="LiveId" clId="{BCA58DCA-4BE2-440E-8867-1B628F2210AD}" dt="2024-01-18T23:48:43.405" v="3910" actId="20577"/>
          <ac:spMkLst>
            <pc:docMk/>
            <pc:sldMk cId="1683561133" sldId="305"/>
            <ac:spMk id="3" creationId="{00000000-0000-0000-0000-000000000000}"/>
          </ac:spMkLst>
        </pc:spChg>
      </pc:sldChg>
      <pc:sldChg chg="modSp add mod ord">
        <pc:chgData name="Shambhu Kumar" userId="74963117abc18628" providerId="LiveId" clId="{BCA58DCA-4BE2-440E-8867-1B628F2210AD}" dt="2024-01-18T23:48:22.898" v="3908" actId="20577"/>
        <pc:sldMkLst>
          <pc:docMk/>
          <pc:sldMk cId="1313787557" sldId="306"/>
        </pc:sldMkLst>
        <pc:spChg chg="mod">
          <ac:chgData name="Shambhu Kumar" userId="74963117abc18628" providerId="LiveId" clId="{BCA58DCA-4BE2-440E-8867-1B628F2210AD}" dt="2024-01-18T23:48:22.898" v="3908" actId="20577"/>
          <ac:spMkLst>
            <pc:docMk/>
            <pc:sldMk cId="1313787557" sldId="306"/>
            <ac:spMk id="3" creationId="{00000000-0000-0000-0000-000000000000}"/>
          </ac:spMkLst>
        </pc:spChg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1361630470" sldId="306"/>
        </pc:sldMkLst>
      </pc:sldChg>
      <pc:sldChg chg="del">
        <pc:chgData name="Shambhu Kumar" userId="74963117abc18628" providerId="LiveId" clId="{BCA58DCA-4BE2-440E-8867-1B628F2210AD}" dt="2023-12-10T16:20:12.437" v="0" actId="2696"/>
        <pc:sldMkLst>
          <pc:docMk/>
          <pc:sldMk cId="1004938374" sldId="307"/>
        </pc:sldMkLst>
      </pc:sldChg>
      <pc:sldChg chg="modSp add mod">
        <pc:chgData name="Shambhu Kumar" userId="74963117abc18628" providerId="LiveId" clId="{BCA58DCA-4BE2-440E-8867-1B628F2210AD}" dt="2024-01-05T01:51:22.908" v="3703" actId="20577"/>
        <pc:sldMkLst>
          <pc:docMk/>
          <pc:sldMk cId="4145453092" sldId="307"/>
        </pc:sldMkLst>
        <pc:spChg chg="mod">
          <ac:chgData name="Shambhu Kumar" userId="74963117abc18628" providerId="LiveId" clId="{BCA58DCA-4BE2-440E-8867-1B628F2210AD}" dt="2024-01-05T01:51:22.908" v="3703" actId="20577"/>
          <ac:spMkLst>
            <pc:docMk/>
            <pc:sldMk cId="4145453092" sldId="307"/>
            <ac:spMk id="3" creationId="{00000000-0000-0000-0000-000000000000}"/>
          </ac:spMkLst>
        </pc:spChg>
      </pc:sldChg>
      <pc:sldChg chg="modSp add del mod">
        <pc:chgData name="Shambhu Kumar" userId="74963117abc18628" providerId="LiveId" clId="{BCA58DCA-4BE2-440E-8867-1B628F2210AD}" dt="2024-01-18T23:49:50.075" v="3911" actId="2696"/>
        <pc:sldMkLst>
          <pc:docMk/>
          <pc:sldMk cId="1662694339" sldId="308"/>
        </pc:sldMkLst>
        <pc:spChg chg="mod">
          <ac:chgData name="Shambhu Kumar" userId="74963117abc18628" providerId="LiveId" clId="{BCA58DCA-4BE2-440E-8867-1B628F2210AD}" dt="2024-01-05T01:51:38.077" v="3707" actId="20577"/>
          <ac:spMkLst>
            <pc:docMk/>
            <pc:sldMk cId="1662694339" sldId="308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BCA58DCA-4BE2-440E-8867-1B628F2210AD}" dt="2024-01-18T23:54:45.219" v="3940" actId="20577"/>
        <pc:sldMkLst>
          <pc:docMk/>
          <pc:sldMk cId="4230568330" sldId="309"/>
        </pc:sldMkLst>
        <pc:spChg chg="mod">
          <ac:chgData name="Shambhu Kumar" userId="74963117abc18628" providerId="LiveId" clId="{BCA58DCA-4BE2-440E-8867-1B628F2210AD}" dt="2024-01-18T23:54:45.219" v="3940" actId="20577"/>
          <ac:spMkLst>
            <pc:docMk/>
            <pc:sldMk cId="4230568330" sldId="309"/>
            <ac:spMk id="3" creationId="{00000000-0000-0000-0000-000000000000}"/>
          </ac:spMkLst>
        </pc:spChg>
      </pc:sldChg>
      <pc:sldChg chg="modSp add mod ord">
        <pc:chgData name="Shambhu Kumar" userId="74963117abc18628" providerId="LiveId" clId="{BCA58DCA-4BE2-440E-8867-1B628F2210AD}" dt="2024-01-05T01:46:25.851" v="3663" actId="20577"/>
        <pc:sldMkLst>
          <pc:docMk/>
          <pc:sldMk cId="4268398949" sldId="310"/>
        </pc:sldMkLst>
        <pc:spChg chg="mod">
          <ac:chgData name="Shambhu Kumar" userId="74963117abc18628" providerId="LiveId" clId="{BCA58DCA-4BE2-440E-8867-1B628F2210AD}" dt="2024-01-05T01:46:25.851" v="3663" actId="20577"/>
          <ac:spMkLst>
            <pc:docMk/>
            <pc:sldMk cId="4268398949" sldId="310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BCA58DCA-4BE2-440E-8867-1B628F2210AD}" dt="2024-01-18T23:51:34.455" v="3915" actId="20577"/>
        <pc:sldMkLst>
          <pc:docMk/>
          <pc:sldMk cId="2053153495" sldId="311"/>
        </pc:sldMkLst>
        <pc:spChg chg="mod">
          <ac:chgData name="Shambhu Kumar" userId="74963117abc18628" providerId="LiveId" clId="{BCA58DCA-4BE2-440E-8867-1B628F2210AD}" dt="2024-01-18T23:51:34.455" v="3915" actId="20577"/>
          <ac:spMkLst>
            <pc:docMk/>
            <pc:sldMk cId="2053153495" sldId="311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BCA58DCA-4BE2-440E-8867-1B628F2210AD}" dt="2024-01-22T02:22:46.957" v="4067" actId="20577"/>
        <pc:sldMkLst>
          <pc:docMk/>
          <pc:sldMk cId="506763550" sldId="312"/>
        </pc:sldMkLst>
        <pc:spChg chg="mod">
          <ac:chgData name="Shambhu Kumar" userId="74963117abc18628" providerId="LiveId" clId="{BCA58DCA-4BE2-440E-8867-1B628F2210AD}" dt="2024-01-22T02:22:46.957" v="4067" actId="20577"/>
          <ac:spMkLst>
            <pc:docMk/>
            <pc:sldMk cId="506763550" sldId="312"/>
            <ac:spMk id="3" creationId="{00000000-0000-0000-0000-000000000000}"/>
          </ac:spMkLst>
        </pc:spChg>
      </pc:sldChg>
      <pc:sldChg chg="modSp add mod ord">
        <pc:chgData name="Shambhu Kumar" userId="74963117abc18628" providerId="LiveId" clId="{BCA58DCA-4BE2-440E-8867-1B628F2210AD}" dt="2024-01-08T05:42:53.516" v="3761" actId="20577"/>
        <pc:sldMkLst>
          <pc:docMk/>
          <pc:sldMk cId="3371780754" sldId="313"/>
        </pc:sldMkLst>
        <pc:spChg chg="mod">
          <ac:chgData name="Shambhu Kumar" userId="74963117abc18628" providerId="LiveId" clId="{BCA58DCA-4BE2-440E-8867-1B628F2210AD}" dt="2024-01-08T05:42:53.516" v="3761" actId="20577"/>
          <ac:spMkLst>
            <pc:docMk/>
            <pc:sldMk cId="3371780754" sldId="313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BCA58DCA-4BE2-440E-8867-1B628F2210AD}" dt="2024-01-19T01:49:53.433" v="3972" actId="20577"/>
        <pc:sldMkLst>
          <pc:docMk/>
          <pc:sldMk cId="830223787" sldId="314"/>
        </pc:sldMkLst>
        <pc:spChg chg="mod">
          <ac:chgData name="Shambhu Kumar" userId="74963117abc18628" providerId="LiveId" clId="{BCA58DCA-4BE2-440E-8867-1B628F2210AD}" dt="2024-01-19T01:49:53.433" v="3972" actId="20577"/>
          <ac:spMkLst>
            <pc:docMk/>
            <pc:sldMk cId="830223787" sldId="314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BCA58DCA-4BE2-440E-8867-1B628F2210AD}" dt="2024-01-22T02:39:37.601" v="4088" actId="20577"/>
        <pc:sldMkLst>
          <pc:docMk/>
          <pc:sldMk cId="4011208354" sldId="315"/>
        </pc:sldMkLst>
        <pc:spChg chg="mod">
          <ac:chgData name="Shambhu Kumar" userId="74963117abc18628" providerId="LiveId" clId="{BCA58DCA-4BE2-440E-8867-1B628F2210AD}" dt="2024-01-22T02:39:37.601" v="4088" actId="20577"/>
          <ac:spMkLst>
            <pc:docMk/>
            <pc:sldMk cId="4011208354" sldId="315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BCA58DCA-4BE2-440E-8867-1B628F2210AD}" dt="2024-01-28T04:52:29.529" v="4151" actId="20577"/>
        <pc:sldMkLst>
          <pc:docMk/>
          <pc:sldMk cId="2052938130" sldId="316"/>
        </pc:sldMkLst>
        <pc:spChg chg="mod">
          <ac:chgData name="Shambhu Kumar" userId="74963117abc18628" providerId="LiveId" clId="{BCA58DCA-4BE2-440E-8867-1B628F2210AD}" dt="2024-01-28T04:52:29.529" v="4151" actId="20577"/>
          <ac:spMkLst>
            <pc:docMk/>
            <pc:sldMk cId="2052938130" sldId="316"/>
            <ac:spMk id="3" creationId="{00000000-0000-0000-0000-000000000000}"/>
          </ac:spMkLst>
        </pc:spChg>
      </pc:sldChg>
      <pc:sldMasterChg chg="setBg modSldLayout">
        <pc:chgData name="Shambhu Kumar" userId="74963117abc18628" providerId="LiveId" clId="{BCA58DCA-4BE2-440E-8867-1B628F2210AD}" dt="2024-01-09T18:02:55.512" v="3843"/>
        <pc:sldMasterMkLst>
          <pc:docMk/>
          <pc:sldMasterMk cId="0" sldId="2147483648"/>
        </pc:sldMasterMkLst>
        <pc:sldLayoutChg chg="setBg">
          <pc:chgData name="Shambhu Kumar" userId="74963117abc18628" providerId="LiveId" clId="{BCA58DCA-4BE2-440E-8867-1B628F2210AD}" dt="2024-01-09T18:02:55.512" v="3843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Shambhu Kumar" userId="74963117abc18628" providerId="LiveId" clId="{BCA58DCA-4BE2-440E-8867-1B628F2210AD}" dt="2024-01-09T18:02:55.512" v="3843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Shambhu Kumar" userId="74963117abc18628" providerId="LiveId" clId="{BCA58DCA-4BE2-440E-8867-1B628F2210AD}" dt="2024-01-09T18:02:55.512" v="3843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Shambhu Kumar" userId="74963117abc18628" providerId="LiveId" clId="{BCA58DCA-4BE2-440E-8867-1B628F2210AD}" dt="2024-01-09T18:02:55.512" v="3843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Shambhu Kumar" userId="74963117abc18628" providerId="LiveId" clId="{BCA58DCA-4BE2-440E-8867-1B628F2210AD}" dt="2024-01-09T18:02:55.512" v="3843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Shambhu Kumar" userId="74963117abc18628" providerId="LiveId" clId="{BCA58DCA-4BE2-440E-8867-1B628F2210AD}" dt="2024-01-09T18:02:55.512" v="3843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Shambhu Kumar" userId="74963117abc18628" providerId="LiveId" clId="{BCA58DCA-4BE2-440E-8867-1B628F2210AD}" dt="2024-01-09T18:02:55.512" v="3843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Shambhu Kumar" userId="74963117abc18628" providerId="LiveId" clId="{BCA58DCA-4BE2-440E-8867-1B628F2210AD}" dt="2024-01-09T18:02:55.512" v="3843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Shambhu Kumar" userId="74963117abc18628" providerId="LiveId" clId="{BCA58DCA-4BE2-440E-8867-1B628F2210AD}" dt="2024-01-09T18:02:55.512" v="3843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Shambhu Kumar" userId="74963117abc18628" providerId="LiveId" clId="{BCA58DCA-4BE2-440E-8867-1B628F2210AD}" dt="2024-01-09T18:02:55.512" v="3843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Shambhu Kumar" userId="74963117abc18628" providerId="LiveId" clId="{BCA58DCA-4BE2-440E-8867-1B628F2210AD}" dt="2024-01-09T18:02:55.512" v="384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ambhu Kumar" userId="74963117abc18628" providerId="LiveId" clId="{73737B36-7141-45DD-8ED7-FBD7543B7154}"/>
    <pc:docChg chg="undo custSel addSld modSld">
      <pc:chgData name="Shambhu Kumar" userId="74963117abc18628" providerId="LiveId" clId="{73737B36-7141-45DD-8ED7-FBD7543B7154}" dt="2024-11-26T17:15:21.205" v="21"/>
      <pc:docMkLst>
        <pc:docMk/>
      </pc:docMkLst>
      <pc:sldChg chg="modSp add mod">
        <pc:chgData name="Shambhu Kumar" userId="74963117abc18628" providerId="LiveId" clId="{73737B36-7141-45DD-8ED7-FBD7543B7154}" dt="2024-11-22T16:16:20.414" v="7" actId="20577"/>
        <pc:sldMkLst>
          <pc:docMk/>
          <pc:sldMk cId="2354236794" sldId="353"/>
        </pc:sldMkLst>
        <pc:spChg chg="mod">
          <ac:chgData name="Shambhu Kumar" userId="74963117abc18628" providerId="LiveId" clId="{73737B36-7141-45DD-8ED7-FBD7543B7154}" dt="2024-11-22T16:16:20.414" v="7" actId="20577"/>
          <ac:spMkLst>
            <pc:docMk/>
            <pc:sldMk cId="2354236794" sldId="353"/>
            <ac:spMk id="3" creationId="{65866A7B-C1C8-ED2B-AD2B-2B9DC61C8E6E}"/>
          </ac:spMkLst>
        </pc:spChg>
      </pc:sldChg>
      <pc:sldChg chg="modSp add mod">
        <pc:chgData name="Shambhu Kumar" userId="74963117abc18628" providerId="LiveId" clId="{73737B36-7141-45DD-8ED7-FBD7543B7154}" dt="2024-11-22T16:18:50.867" v="9"/>
        <pc:sldMkLst>
          <pc:docMk/>
          <pc:sldMk cId="3926730738" sldId="354"/>
        </pc:sldMkLst>
        <pc:spChg chg="mod">
          <ac:chgData name="Shambhu Kumar" userId="74963117abc18628" providerId="LiveId" clId="{73737B36-7141-45DD-8ED7-FBD7543B7154}" dt="2024-11-22T16:18:50.867" v="9"/>
          <ac:spMkLst>
            <pc:docMk/>
            <pc:sldMk cId="3926730738" sldId="354"/>
            <ac:spMk id="3" creationId="{DE8A9C01-9D0A-DDB4-C0E6-23BFFD9B0A39}"/>
          </ac:spMkLst>
        </pc:spChg>
      </pc:sldChg>
      <pc:sldChg chg="modSp add mod">
        <pc:chgData name="Shambhu Kumar" userId="74963117abc18628" providerId="LiveId" clId="{73737B36-7141-45DD-8ED7-FBD7543B7154}" dt="2024-11-26T17:10:28.795" v="11"/>
        <pc:sldMkLst>
          <pc:docMk/>
          <pc:sldMk cId="119265087" sldId="355"/>
        </pc:sldMkLst>
        <pc:spChg chg="mod">
          <ac:chgData name="Shambhu Kumar" userId="74963117abc18628" providerId="LiveId" clId="{73737B36-7141-45DD-8ED7-FBD7543B7154}" dt="2024-11-26T17:10:28.795" v="11"/>
          <ac:spMkLst>
            <pc:docMk/>
            <pc:sldMk cId="119265087" sldId="355"/>
            <ac:spMk id="3" creationId="{B90397EF-9932-1861-85FC-4A9BFF5A6ECE}"/>
          </ac:spMkLst>
        </pc:spChg>
      </pc:sldChg>
      <pc:sldChg chg="modSp add mod">
        <pc:chgData name="Shambhu Kumar" userId="74963117abc18628" providerId="LiveId" clId="{73737B36-7141-45DD-8ED7-FBD7543B7154}" dt="2024-11-26T17:11:29.894" v="13"/>
        <pc:sldMkLst>
          <pc:docMk/>
          <pc:sldMk cId="704591594" sldId="356"/>
        </pc:sldMkLst>
        <pc:spChg chg="mod">
          <ac:chgData name="Shambhu Kumar" userId="74963117abc18628" providerId="LiveId" clId="{73737B36-7141-45DD-8ED7-FBD7543B7154}" dt="2024-11-26T17:11:29.894" v="13"/>
          <ac:spMkLst>
            <pc:docMk/>
            <pc:sldMk cId="704591594" sldId="356"/>
            <ac:spMk id="3" creationId="{5781C505-EF39-3E70-64FB-BD913003F880}"/>
          </ac:spMkLst>
        </pc:spChg>
      </pc:sldChg>
      <pc:sldChg chg="modSp add mod">
        <pc:chgData name="Shambhu Kumar" userId="74963117abc18628" providerId="LiveId" clId="{73737B36-7141-45DD-8ED7-FBD7543B7154}" dt="2024-11-26T17:12:25.087" v="15"/>
        <pc:sldMkLst>
          <pc:docMk/>
          <pc:sldMk cId="2268473621" sldId="357"/>
        </pc:sldMkLst>
        <pc:spChg chg="mod">
          <ac:chgData name="Shambhu Kumar" userId="74963117abc18628" providerId="LiveId" clId="{73737B36-7141-45DD-8ED7-FBD7543B7154}" dt="2024-11-26T17:12:25.087" v="15"/>
          <ac:spMkLst>
            <pc:docMk/>
            <pc:sldMk cId="2268473621" sldId="357"/>
            <ac:spMk id="3" creationId="{727AE7F2-413D-989D-D811-FD6E03E6895E}"/>
          </ac:spMkLst>
        </pc:spChg>
      </pc:sldChg>
      <pc:sldChg chg="modSp add mod">
        <pc:chgData name="Shambhu Kumar" userId="74963117abc18628" providerId="LiveId" clId="{73737B36-7141-45DD-8ED7-FBD7543B7154}" dt="2024-11-26T17:13:09.495" v="17"/>
        <pc:sldMkLst>
          <pc:docMk/>
          <pc:sldMk cId="2856623686" sldId="358"/>
        </pc:sldMkLst>
        <pc:spChg chg="mod">
          <ac:chgData name="Shambhu Kumar" userId="74963117abc18628" providerId="LiveId" clId="{73737B36-7141-45DD-8ED7-FBD7543B7154}" dt="2024-11-26T17:13:09.495" v="17"/>
          <ac:spMkLst>
            <pc:docMk/>
            <pc:sldMk cId="2856623686" sldId="358"/>
            <ac:spMk id="3" creationId="{A4B21752-9DCE-8A0F-3E11-A1ED3963B90E}"/>
          </ac:spMkLst>
        </pc:spChg>
      </pc:sldChg>
      <pc:sldChg chg="modSp add mod">
        <pc:chgData name="Shambhu Kumar" userId="74963117abc18628" providerId="LiveId" clId="{73737B36-7141-45DD-8ED7-FBD7543B7154}" dt="2024-11-26T17:14:38.570" v="19"/>
        <pc:sldMkLst>
          <pc:docMk/>
          <pc:sldMk cId="3032345607" sldId="359"/>
        </pc:sldMkLst>
        <pc:spChg chg="mod">
          <ac:chgData name="Shambhu Kumar" userId="74963117abc18628" providerId="LiveId" clId="{73737B36-7141-45DD-8ED7-FBD7543B7154}" dt="2024-11-26T17:14:38.570" v="19"/>
          <ac:spMkLst>
            <pc:docMk/>
            <pc:sldMk cId="3032345607" sldId="359"/>
            <ac:spMk id="3" creationId="{85647EFD-6ACF-CE04-E645-288AD434333A}"/>
          </ac:spMkLst>
        </pc:spChg>
      </pc:sldChg>
      <pc:sldChg chg="modSp add mod">
        <pc:chgData name="Shambhu Kumar" userId="74963117abc18628" providerId="LiveId" clId="{73737B36-7141-45DD-8ED7-FBD7543B7154}" dt="2024-11-26T17:15:21.205" v="21"/>
        <pc:sldMkLst>
          <pc:docMk/>
          <pc:sldMk cId="1630467150" sldId="360"/>
        </pc:sldMkLst>
        <pc:spChg chg="mod">
          <ac:chgData name="Shambhu Kumar" userId="74963117abc18628" providerId="LiveId" clId="{73737B36-7141-45DD-8ED7-FBD7543B7154}" dt="2024-11-26T17:15:21.205" v="21"/>
          <ac:spMkLst>
            <pc:docMk/>
            <pc:sldMk cId="1630467150" sldId="360"/>
            <ac:spMk id="3" creationId="{9DFDE5B5-CB91-CECF-5C2B-9AED32F48621}"/>
          </ac:spMkLst>
        </pc:spChg>
      </pc:sldChg>
    </pc:docChg>
  </pc:docChgLst>
  <pc:docChgLst>
    <pc:chgData name="Shambhu Kumar" userId="74963117abc18628" providerId="LiveId" clId="{1C618C62-331D-437E-BD96-0421F0A59A3E}"/>
    <pc:docChg chg="addSld modSld">
      <pc:chgData name="Shambhu Kumar" userId="74963117abc18628" providerId="LiveId" clId="{1C618C62-331D-437E-BD96-0421F0A59A3E}" dt="2024-06-27T02:02:07.394" v="1"/>
      <pc:docMkLst>
        <pc:docMk/>
      </pc:docMkLst>
      <pc:sldChg chg="modSp add mod">
        <pc:chgData name="Shambhu Kumar" userId="74963117abc18628" providerId="LiveId" clId="{1C618C62-331D-437E-BD96-0421F0A59A3E}" dt="2024-06-27T02:02:07.394" v="1"/>
        <pc:sldMkLst>
          <pc:docMk/>
          <pc:sldMk cId="1412384422" sldId="322"/>
        </pc:sldMkLst>
        <pc:spChg chg="mod">
          <ac:chgData name="Shambhu Kumar" userId="74963117abc18628" providerId="LiveId" clId="{1C618C62-331D-437E-BD96-0421F0A59A3E}" dt="2024-06-27T02:02:07.394" v="1"/>
          <ac:spMkLst>
            <pc:docMk/>
            <pc:sldMk cId="1412384422" sldId="322"/>
            <ac:spMk id="3" creationId="{00000000-0000-0000-0000-000000000000}"/>
          </ac:spMkLst>
        </pc:spChg>
      </pc:sldChg>
    </pc:docChg>
  </pc:docChgLst>
  <pc:docChgLst>
    <pc:chgData name="Shambhu Kumar" userId="74963117abc18628" providerId="LiveId" clId="{2EB7DD20-B77B-4EA3-BC03-89E61647BBB1}"/>
    <pc:docChg chg="undo custSel addSld delSld modSld sldOrd">
      <pc:chgData name="Shambhu Kumar" userId="74963117abc18628" providerId="LiveId" clId="{2EB7DD20-B77B-4EA3-BC03-89E61647BBB1}" dt="2024-08-23T03:33:27.118" v="687"/>
      <pc:docMkLst>
        <pc:docMk/>
      </pc:docMkLst>
      <pc:sldChg chg="modSp mod">
        <pc:chgData name="Shambhu Kumar" userId="74963117abc18628" providerId="LiveId" clId="{2EB7DD20-B77B-4EA3-BC03-89E61647BBB1}" dt="2024-08-21T17:11:35.328" v="105" actId="20577"/>
        <pc:sldMkLst>
          <pc:docMk/>
          <pc:sldMk cId="3832484108" sldId="280"/>
        </pc:sldMkLst>
        <pc:spChg chg="mod">
          <ac:chgData name="Shambhu Kumar" userId="74963117abc18628" providerId="LiveId" clId="{2EB7DD20-B77B-4EA3-BC03-89E61647BBB1}" dt="2024-08-21T17:11:35.328" v="105" actId="20577"/>
          <ac:spMkLst>
            <pc:docMk/>
            <pc:sldMk cId="3832484108" sldId="280"/>
            <ac:spMk id="3" creationId="{00000000-0000-0000-0000-000000000000}"/>
          </ac:spMkLst>
        </pc:spChg>
        <pc:spChg chg="mod">
          <ac:chgData name="Shambhu Kumar" userId="74963117abc18628" providerId="LiveId" clId="{2EB7DD20-B77B-4EA3-BC03-89E61647BBB1}" dt="2024-08-21T17:07:11.507" v="45" actId="1076"/>
          <ac:spMkLst>
            <pc:docMk/>
            <pc:sldMk cId="3832484108" sldId="280"/>
            <ac:spMk id="5" creationId="{E781E1C8-88F5-2CA8-A496-2A9A073FA118}"/>
          </ac:spMkLst>
        </pc:spChg>
      </pc:sldChg>
      <pc:sldChg chg="modSp del mod ord">
        <pc:chgData name="Shambhu Kumar" userId="74963117abc18628" providerId="LiveId" clId="{2EB7DD20-B77B-4EA3-BC03-89E61647BBB1}" dt="2024-08-21T17:21:26.466" v="127" actId="47"/>
        <pc:sldMkLst>
          <pc:docMk/>
          <pc:sldMk cId="1945831170" sldId="281"/>
        </pc:sldMkLst>
        <pc:spChg chg="mod">
          <ac:chgData name="Shambhu Kumar" userId="74963117abc18628" providerId="LiveId" clId="{2EB7DD20-B77B-4EA3-BC03-89E61647BBB1}" dt="2024-08-21T17:21:05.772" v="125" actId="21"/>
          <ac:spMkLst>
            <pc:docMk/>
            <pc:sldMk cId="1945831170" sldId="281"/>
            <ac:spMk id="3" creationId="{00000000-0000-0000-0000-000000000000}"/>
          </ac:spMkLst>
        </pc:spChg>
      </pc:sldChg>
      <pc:sldChg chg="modSp del mod">
        <pc:chgData name="Shambhu Kumar" userId="74963117abc18628" providerId="LiveId" clId="{2EB7DD20-B77B-4EA3-BC03-89E61647BBB1}" dt="2024-08-22T02:37:34.204" v="433" actId="47"/>
        <pc:sldMkLst>
          <pc:docMk/>
          <pc:sldMk cId="4138525093" sldId="282"/>
        </pc:sldMkLst>
        <pc:spChg chg="mod">
          <ac:chgData name="Shambhu Kumar" userId="74963117abc18628" providerId="LiveId" clId="{2EB7DD20-B77B-4EA3-BC03-89E61647BBB1}" dt="2024-08-21T17:15:48.861" v="107" actId="21"/>
          <ac:spMkLst>
            <pc:docMk/>
            <pc:sldMk cId="4138525093" sldId="282"/>
            <ac:spMk id="3" creationId="{00000000-0000-0000-0000-000000000000}"/>
          </ac:spMkLst>
        </pc:spChg>
      </pc:sldChg>
      <pc:sldChg chg="modSp del mod">
        <pc:chgData name="Shambhu Kumar" userId="74963117abc18628" providerId="LiveId" clId="{2EB7DD20-B77B-4EA3-BC03-89E61647BBB1}" dt="2024-08-22T02:37:35.709" v="436" actId="47"/>
        <pc:sldMkLst>
          <pc:docMk/>
          <pc:sldMk cId="673191664" sldId="283"/>
        </pc:sldMkLst>
        <pc:spChg chg="mod">
          <ac:chgData name="Shambhu Kumar" userId="74963117abc18628" providerId="LiveId" clId="{2EB7DD20-B77B-4EA3-BC03-89E61647BBB1}" dt="2024-08-21T17:35:20.093" v="279" actId="21"/>
          <ac:spMkLst>
            <pc:docMk/>
            <pc:sldMk cId="673191664" sldId="283"/>
            <ac:spMk id="3" creationId="{00000000-0000-0000-0000-000000000000}"/>
          </ac:spMkLst>
        </pc:spChg>
      </pc:sldChg>
      <pc:sldChg chg="modSp del mod">
        <pc:chgData name="Shambhu Kumar" userId="74963117abc18628" providerId="LiveId" clId="{2EB7DD20-B77B-4EA3-BC03-89E61647BBB1}" dt="2024-08-22T02:37:36.117" v="437" actId="47"/>
        <pc:sldMkLst>
          <pc:docMk/>
          <pc:sldMk cId="2738965406" sldId="284"/>
        </pc:sldMkLst>
        <pc:spChg chg="mod">
          <ac:chgData name="Shambhu Kumar" userId="74963117abc18628" providerId="LiveId" clId="{2EB7DD20-B77B-4EA3-BC03-89E61647BBB1}" dt="2024-08-21T17:42:53.707" v="284" actId="21"/>
          <ac:spMkLst>
            <pc:docMk/>
            <pc:sldMk cId="2738965406" sldId="284"/>
            <ac:spMk id="3" creationId="{00000000-0000-0000-0000-000000000000}"/>
          </ac:spMkLst>
        </pc:spChg>
      </pc:sldChg>
      <pc:sldChg chg="modSp del mod">
        <pc:chgData name="Shambhu Kumar" userId="74963117abc18628" providerId="LiveId" clId="{2EB7DD20-B77B-4EA3-BC03-89E61647BBB1}" dt="2024-08-22T02:37:36.650" v="438" actId="47"/>
        <pc:sldMkLst>
          <pc:docMk/>
          <pc:sldMk cId="409757583" sldId="285"/>
        </pc:sldMkLst>
        <pc:spChg chg="mod">
          <ac:chgData name="Shambhu Kumar" userId="74963117abc18628" providerId="LiveId" clId="{2EB7DD20-B77B-4EA3-BC03-89E61647BBB1}" dt="2024-08-21T17:51:39.299" v="363" actId="21"/>
          <ac:spMkLst>
            <pc:docMk/>
            <pc:sldMk cId="409757583" sldId="285"/>
            <ac:spMk id="3" creationId="{00000000-0000-0000-0000-000000000000}"/>
          </ac:spMkLst>
        </pc:spChg>
      </pc:sldChg>
      <pc:sldChg chg="del">
        <pc:chgData name="Shambhu Kumar" userId="74963117abc18628" providerId="LiveId" clId="{2EB7DD20-B77B-4EA3-BC03-89E61647BBB1}" dt="2024-08-22T02:37:37.105" v="439" actId="47"/>
        <pc:sldMkLst>
          <pc:docMk/>
          <pc:sldMk cId="2701507743" sldId="286"/>
        </pc:sldMkLst>
      </pc:sldChg>
      <pc:sldChg chg="modSp del mod">
        <pc:chgData name="Shambhu Kumar" userId="74963117abc18628" providerId="LiveId" clId="{2EB7DD20-B77B-4EA3-BC03-89E61647BBB1}" dt="2024-08-22T02:37:37.654" v="440" actId="47"/>
        <pc:sldMkLst>
          <pc:docMk/>
          <pc:sldMk cId="736504630" sldId="287"/>
        </pc:sldMkLst>
        <pc:spChg chg="mod">
          <ac:chgData name="Shambhu Kumar" userId="74963117abc18628" providerId="LiveId" clId="{2EB7DD20-B77B-4EA3-BC03-89E61647BBB1}" dt="2024-08-21T17:53:50.936" v="377" actId="21"/>
          <ac:spMkLst>
            <pc:docMk/>
            <pc:sldMk cId="736504630" sldId="287"/>
            <ac:spMk id="3" creationId="{00000000-0000-0000-0000-000000000000}"/>
          </ac:spMkLst>
        </pc:spChg>
      </pc:sldChg>
      <pc:sldChg chg="addSp modSp mod">
        <pc:chgData name="Shambhu Kumar" userId="74963117abc18628" providerId="LiveId" clId="{2EB7DD20-B77B-4EA3-BC03-89E61647BBB1}" dt="2024-08-22T02:43:58.410" v="546"/>
        <pc:sldMkLst>
          <pc:docMk/>
          <pc:sldMk cId="701070288" sldId="288"/>
        </pc:sldMkLst>
        <pc:spChg chg="mod">
          <ac:chgData name="Shambhu Kumar" userId="74963117abc18628" providerId="LiveId" clId="{2EB7DD20-B77B-4EA3-BC03-89E61647BBB1}" dt="2024-08-22T02:43:55.727" v="545" actId="20577"/>
          <ac:spMkLst>
            <pc:docMk/>
            <pc:sldMk cId="701070288" sldId="288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3:58.410" v="546"/>
          <ac:spMkLst>
            <pc:docMk/>
            <pc:sldMk cId="701070288" sldId="288"/>
            <ac:spMk id="6" creationId="{5C5E0A20-DD23-9015-B634-24FEFE01AD7D}"/>
          </ac:spMkLst>
        </pc:spChg>
      </pc:sldChg>
      <pc:sldChg chg="addSp modSp mod">
        <pc:chgData name="Shambhu Kumar" userId="74963117abc18628" providerId="LiveId" clId="{2EB7DD20-B77B-4EA3-BC03-89E61647BBB1}" dt="2024-08-22T02:44:06.919" v="552"/>
        <pc:sldMkLst>
          <pc:docMk/>
          <pc:sldMk cId="3258161269" sldId="289"/>
        </pc:sldMkLst>
        <pc:spChg chg="mod">
          <ac:chgData name="Shambhu Kumar" userId="74963117abc18628" providerId="LiveId" clId="{2EB7DD20-B77B-4EA3-BC03-89E61647BBB1}" dt="2024-08-22T02:44:05.646" v="551" actId="20577"/>
          <ac:spMkLst>
            <pc:docMk/>
            <pc:sldMk cId="3258161269" sldId="289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4:06.919" v="552"/>
          <ac:spMkLst>
            <pc:docMk/>
            <pc:sldMk cId="3258161269" sldId="289"/>
            <ac:spMk id="6" creationId="{3828A958-6B47-F75B-8E4B-5A9BD030CF5C}"/>
          </ac:spMkLst>
        </pc:spChg>
      </pc:sldChg>
      <pc:sldChg chg="addSp modSp mod">
        <pc:chgData name="Shambhu Kumar" userId="74963117abc18628" providerId="LiveId" clId="{2EB7DD20-B77B-4EA3-BC03-89E61647BBB1}" dt="2024-08-22T02:41:28.721" v="526" actId="20577"/>
        <pc:sldMkLst>
          <pc:docMk/>
          <pc:sldMk cId="2928751038" sldId="290"/>
        </pc:sldMkLst>
        <pc:spChg chg="mod">
          <ac:chgData name="Shambhu Kumar" userId="74963117abc18628" providerId="LiveId" clId="{2EB7DD20-B77B-4EA3-BC03-89E61647BBB1}" dt="2024-08-22T02:41:28.721" v="526" actId="20577"/>
          <ac:spMkLst>
            <pc:docMk/>
            <pc:sldMk cId="2928751038" sldId="290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1:26.132" v="525"/>
          <ac:spMkLst>
            <pc:docMk/>
            <pc:sldMk cId="2928751038" sldId="290"/>
            <ac:spMk id="6" creationId="{F9113090-3642-82B1-6E1F-935F4A6A4A76}"/>
          </ac:spMkLst>
        </pc:spChg>
      </pc:sldChg>
      <pc:sldChg chg="addSp modSp mod">
        <pc:chgData name="Shambhu Kumar" userId="74963117abc18628" providerId="LiveId" clId="{2EB7DD20-B77B-4EA3-BC03-89E61647BBB1}" dt="2024-08-22T02:41:38.696" v="532"/>
        <pc:sldMkLst>
          <pc:docMk/>
          <pc:sldMk cId="2987422863" sldId="291"/>
        </pc:sldMkLst>
        <pc:spChg chg="mod">
          <ac:chgData name="Shambhu Kumar" userId="74963117abc18628" providerId="LiveId" clId="{2EB7DD20-B77B-4EA3-BC03-89E61647BBB1}" dt="2024-08-22T02:41:36.843" v="531" actId="20577"/>
          <ac:spMkLst>
            <pc:docMk/>
            <pc:sldMk cId="2987422863" sldId="291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1:38.696" v="532"/>
          <ac:spMkLst>
            <pc:docMk/>
            <pc:sldMk cId="2987422863" sldId="291"/>
            <ac:spMk id="6" creationId="{07162672-1A47-F913-6867-23B8A2947D97}"/>
          </ac:spMkLst>
        </pc:spChg>
      </pc:sldChg>
      <pc:sldChg chg="addSp modSp mod">
        <pc:chgData name="Shambhu Kumar" userId="74963117abc18628" providerId="LiveId" clId="{2EB7DD20-B77B-4EA3-BC03-89E61647BBB1}" dt="2024-08-22T02:44:14.237" v="559"/>
        <pc:sldMkLst>
          <pc:docMk/>
          <pc:sldMk cId="1016751481" sldId="292"/>
        </pc:sldMkLst>
        <pc:spChg chg="mod">
          <ac:chgData name="Shambhu Kumar" userId="74963117abc18628" providerId="LiveId" clId="{2EB7DD20-B77B-4EA3-BC03-89E61647BBB1}" dt="2024-08-22T02:44:12.574" v="558" actId="20577"/>
          <ac:spMkLst>
            <pc:docMk/>
            <pc:sldMk cId="1016751481" sldId="292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4:14.237" v="559"/>
          <ac:spMkLst>
            <pc:docMk/>
            <pc:sldMk cId="1016751481" sldId="292"/>
            <ac:spMk id="6" creationId="{0EB1FC06-619D-11A0-0F10-05B29F0ABDB6}"/>
          </ac:spMkLst>
        </pc:spChg>
      </pc:sldChg>
      <pc:sldChg chg="addSp modSp mod">
        <pc:chgData name="Shambhu Kumar" userId="74963117abc18628" providerId="LiveId" clId="{2EB7DD20-B77B-4EA3-BC03-89E61647BBB1}" dt="2024-08-22T02:44:24.531" v="566"/>
        <pc:sldMkLst>
          <pc:docMk/>
          <pc:sldMk cId="1551513957" sldId="294"/>
        </pc:sldMkLst>
        <pc:spChg chg="mod">
          <ac:chgData name="Shambhu Kumar" userId="74963117abc18628" providerId="LiveId" clId="{2EB7DD20-B77B-4EA3-BC03-89E61647BBB1}" dt="2024-08-22T02:44:23.035" v="565" actId="20577"/>
          <ac:spMkLst>
            <pc:docMk/>
            <pc:sldMk cId="1551513957" sldId="294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4:24.531" v="566"/>
          <ac:spMkLst>
            <pc:docMk/>
            <pc:sldMk cId="1551513957" sldId="294"/>
            <ac:spMk id="6" creationId="{8FC600FE-9C02-2903-0A6E-48ED130D2B12}"/>
          </ac:spMkLst>
        </pc:spChg>
      </pc:sldChg>
      <pc:sldChg chg="modSp del mod">
        <pc:chgData name="Shambhu Kumar" userId="74963117abc18628" providerId="LiveId" clId="{2EB7DD20-B77B-4EA3-BC03-89E61647BBB1}" dt="2024-08-22T02:37:34.800" v="434" actId="47"/>
        <pc:sldMkLst>
          <pc:docMk/>
          <pc:sldMk cId="2964933131" sldId="295"/>
        </pc:sldMkLst>
        <pc:spChg chg="mod">
          <ac:chgData name="Shambhu Kumar" userId="74963117abc18628" providerId="LiveId" clId="{2EB7DD20-B77B-4EA3-BC03-89E61647BBB1}" dt="2024-08-21T17:16:27.082" v="120" actId="21"/>
          <ac:spMkLst>
            <pc:docMk/>
            <pc:sldMk cId="2964933131" sldId="295"/>
            <ac:spMk id="3" creationId="{00000000-0000-0000-0000-000000000000}"/>
          </ac:spMkLst>
        </pc:spChg>
      </pc:sldChg>
      <pc:sldChg chg="modSp del mod">
        <pc:chgData name="Shambhu Kumar" userId="74963117abc18628" providerId="LiveId" clId="{2EB7DD20-B77B-4EA3-BC03-89E61647BBB1}" dt="2024-08-22T02:37:35.254" v="435" actId="47"/>
        <pc:sldMkLst>
          <pc:docMk/>
          <pc:sldMk cId="1487197776" sldId="296"/>
        </pc:sldMkLst>
        <pc:spChg chg="mod">
          <ac:chgData name="Shambhu Kumar" userId="74963117abc18628" providerId="LiveId" clId="{2EB7DD20-B77B-4EA3-BC03-89E61647BBB1}" dt="2024-08-21T17:23:01.690" v="129" actId="21"/>
          <ac:spMkLst>
            <pc:docMk/>
            <pc:sldMk cId="1487197776" sldId="296"/>
            <ac:spMk id="3" creationId="{00000000-0000-0000-0000-000000000000}"/>
          </ac:spMkLst>
        </pc:spChg>
      </pc:sldChg>
      <pc:sldChg chg="modSp del mod">
        <pc:chgData name="Shambhu Kumar" userId="74963117abc18628" providerId="LiveId" clId="{2EB7DD20-B77B-4EA3-BC03-89E61647BBB1}" dt="2024-08-22T02:42:51.025" v="536" actId="47"/>
        <pc:sldMkLst>
          <pc:docMk/>
          <pc:sldMk cId="2595219066" sldId="297"/>
        </pc:sldMkLst>
        <pc:spChg chg="mod">
          <ac:chgData name="Shambhu Kumar" userId="74963117abc18628" providerId="LiveId" clId="{2EB7DD20-B77B-4EA3-BC03-89E61647BBB1}" dt="2024-08-22T02:42:12.403" v="533" actId="21"/>
          <ac:spMkLst>
            <pc:docMk/>
            <pc:sldMk cId="2595219066" sldId="297"/>
            <ac:spMk id="3" creationId="{00000000-0000-0000-0000-000000000000}"/>
          </ac:spMkLst>
        </pc:spChg>
      </pc:sldChg>
      <pc:sldChg chg="modSp del mod">
        <pc:chgData name="Shambhu Kumar" userId="74963117abc18628" providerId="LiveId" clId="{2EB7DD20-B77B-4EA3-BC03-89E61647BBB1}" dt="2024-08-22T02:43:35.539" v="540" actId="47"/>
        <pc:sldMkLst>
          <pc:docMk/>
          <pc:sldMk cId="3475479175" sldId="298"/>
        </pc:sldMkLst>
        <pc:spChg chg="mod">
          <ac:chgData name="Shambhu Kumar" userId="74963117abc18628" providerId="LiveId" clId="{2EB7DD20-B77B-4EA3-BC03-89E61647BBB1}" dt="2024-08-22T02:42:55.387" v="537" actId="21"/>
          <ac:spMkLst>
            <pc:docMk/>
            <pc:sldMk cId="3475479175" sldId="298"/>
            <ac:spMk id="3" creationId="{00000000-0000-0000-0000-000000000000}"/>
          </ac:spMkLst>
        </pc:spChg>
      </pc:sldChg>
      <pc:sldChg chg="modSp del mod">
        <pc:chgData name="Shambhu Kumar" userId="74963117abc18628" providerId="LiveId" clId="{2EB7DD20-B77B-4EA3-BC03-89E61647BBB1}" dt="2024-08-22T02:38:04.123" v="443" actId="47"/>
        <pc:sldMkLst>
          <pc:docMk/>
          <pc:sldMk cId="1911431645" sldId="299"/>
        </pc:sldMkLst>
        <pc:spChg chg="mod">
          <ac:chgData name="Shambhu Kumar" userId="74963117abc18628" providerId="LiveId" clId="{2EB7DD20-B77B-4EA3-BC03-89E61647BBB1}" dt="2024-08-22T02:31:53.839" v="387" actId="21"/>
          <ac:spMkLst>
            <pc:docMk/>
            <pc:sldMk cId="1911431645" sldId="299"/>
            <ac:spMk id="3" creationId="{00000000-0000-0000-0000-000000000000}"/>
          </ac:spMkLst>
        </pc:spChg>
      </pc:sldChg>
      <pc:sldChg chg="modSp del mod">
        <pc:chgData name="Shambhu Kumar" userId="74963117abc18628" providerId="LiveId" clId="{2EB7DD20-B77B-4EA3-BC03-89E61647BBB1}" dt="2024-08-22T02:39:19.426" v="495" actId="47"/>
        <pc:sldMkLst>
          <pc:docMk/>
          <pc:sldMk cId="3010573416" sldId="300"/>
        </pc:sldMkLst>
        <pc:spChg chg="mod">
          <ac:chgData name="Shambhu Kumar" userId="74963117abc18628" providerId="LiveId" clId="{2EB7DD20-B77B-4EA3-BC03-89E61647BBB1}" dt="2024-08-22T02:39:11.576" v="493" actId="21"/>
          <ac:spMkLst>
            <pc:docMk/>
            <pc:sldMk cId="3010573416" sldId="300"/>
            <ac:spMk id="3" creationId="{00000000-0000-0000-0000-000000000000}"/>
          </ac:spMkLst>
        </pc:spChg>
      </pc:sldChg>
      <pc:sldChg chg="addSp modSp mod">
        <pc:chgData name="Shambhu Kumar" userId="74963117abc18628" providerId="LiveId" clId="{2EB7DD20-B77B-4EA3-BC03-89E61647BBB1}" dt="2024-08-22T02:40:19.736" v="502" actId="20577"/>
        <pc:sldMkLst>
          <pc:docMk/>
          <pc:sldMk cId="247434289" sldId="301"/>
        </pc:sldMkLst>
        <pc:spChg chg="mod">
          <ac:chgData name="Shambhu Kumar" userId="74963117abc18628" providerId="LiveId" clId="{2EB7DD20-B77B-4EA3-BC03-89E61647BBB1}" dt="2024-08-22T02:40:19.736" v="502" actId="20577"/>
          <ac:spMkLst>
            <pc:docMk/>
            <pc:sldMk cId="247434289" sldId="301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39:58.288" v="496"/>
          <ac:spMkLst>
            <pc:docMk/>
            <pc:sldMk cId="247434289" sldId="301"/>
            <ac:spMk id="6" creationId="{8D548B3D-9FDD-C293-9A19-988BE0B9CCCF}"/>
          </ac:spMkLst>
        </pc:spChg>
      </pc:sldChg>
      <pc:sldChg chg="modSp del mod">
        <pc:chgData name="Shambhu Kumar" userId="74963117abc18628" providerId="LiveId" clId="{2EB7DD20-B77B-4EA3-BC03-89E61647BBB1}" dt="2024-08-22T02:46:15.326" v="572" actId="47"/>
        <pc:sldMkLst>
          <pc:docMk/>
          <pc:sldMk cId="4130477396" sldId="302"/>
        </pc:sldMkLst>
        <pc:spChg chg="mod">
          <ac:chgData name="Shambhu Kumar" userId="74963117abc18628" providerId="LiveId" clId="{2EB7DD20-B77B-4EA3-BC03-89E61647BBB1}" dt="2024-08-22T02:44:32.298" v="571" actId="20577"/>
          <ac:spMkLst>
            <pc:docMk/>
            <pc:sldMk cId="4130477396" sldId="302"/>
            <ac:spMk id="3" creationId="{00000000-0000-0000-0000-000000000000}"/>
          </ac:spMkLst>
        </pc:spChg>
      </pc:sldChg>
      <pc:sldChg chg="addSp modSp mod ord">
        <pc:chgData name="Shambhu Kumar" userId="74963117abc18628" providerId="LiveId" clId="{2EB7DD20-B77B-4EA3-BC03-89E61647BBB1}" dt="2024-08-22T02:47:21.053" v="597"/>
        <pc:sldMkLst>
          <pc:docMk/>
          <pc:sldMk cId="2337631087" sldId="303"/>
        </pc:sldMkLst>
        <pc:spChg chg="mod">
          <ac:chgData name="Shambhu Kumar" userId="74963117abc18628" providerId="LiveId" clId="{2EB7DD20-B77B-4EA3-BC03-89E61647BBB1}" dt="2024-08-22T02:46:35.498" v="588" actId="20577"/>
          <ac:spMkLst>
            <pc:docMk/>
            <pc:sldMk cId="2337631087" sldId="303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6:21.935" v="579"/>
          <ac:spMkLst>
            <pc:docMk/>
            <pc:sldMk cId="2337631087" sldId="303"/>
            <ac:spMk id="6" creationId="{3EE5AA54-A5E6-15B2-D741-7BD8B1644542}"/>
          </ac:spMkLst>
        </pc:spChg>
      </pc:sldChg>
      <pc:sldChg chg="addSp modSp mod ord">
        <pc:chgData name="Shambhu Kumar" userId="74963117abc18628" providerId="LiveId" clId="{2EB7DD20-B77B-4EA3-BC03-89E61647BBB1}" dt="2024-08-22T02:47:40.071" v="601"/>
        <pc:sldMkLst>
          <pc:docMk/>
          <pc:sldMk cId="2449645244" sldId="304"/>
        </pc:sldMkLst>
        <pc:spChg chg="mod">
          <ac:chgData name="Shambhu Kumar" userId="74963117abc18628" providerId="LiveId" clId="{2EB7DD20-B77B-4EA3-BC03-89E61647BBB1}" dt="2024-08-22T02:46:49.052" v="594" actId="20577"/>
          <ac:spMkLst>
            <pc:docMk/>
            <pc:sldMk cId="2449645244" sldId="304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6:51.764" v="595"/>
          <ac:spMkLst>
            <pc:docMk/>
            <pc:sldMk cId="2449645244" sldId="304"/>
            <ac:spMk id="6" creationId="{DA96143F-B524-6A00-AC00-81EF1465CB40}"/>
          </ac:spMkLst>
        </pc:spChg>
      </pc:sldChg>
      <pc:sldChg chg="addSp modSp mod ord">
        <pc:chgData name="Shambhu Kumar" userId="74963117abc18628" providerId="LiveId" clId="{2EB7DD20-B77B-4EA3-BC03-89E61647BBB1}" dt="2024-08-22T02:49:00.605" v="619"/>
        <pc:sldMkLst>
          <pc:docMk/>
          <pc:sldMk cId="1683561133" sldId="305"/>
        </pc:sldMkLst>
        <pc:spChg chg="mod">
          <ac:chgData name="Shambhu Kumar" userId="74963117abc18628" providerId="LiveId" clId="{2EB7DD20-B77B-4EA3-BC03-89E61647BBB1}" dt="2024-08-22T02:48:55.862" v="616" actId="20577"/>
          <ac:spMkLst>
            <pc:docMk/>
            <pc:sldMk cId="1683561133" sldId="305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8:57.364" v="617"/>
          <ac:spMkLst>
            <pc:docMk/>
            <pc:sldMk cId="1683561133" sldId="305"/>
            <ac:spMk id="6" creationId="{C8C01E47-9356-2D1B-91DC-22D15CF10401}"/>
          </ac:spMkLst>
        </pc:spChg>
      </pc:sldChg>
      <pc:sldChg chg="addSp modSp mod ord">
        <pc:chgData name="Shambhu Kumar" userId="74963117abc18628" providerId="LiveId" clId="{2EB7DD20-B77B-4EA3-BC03-89E61647BBB1}" dt="2024-08-22T02:48:12.472" v="610"/>
        <pc:sldMkLst>
          <pc:docMk/>
          <pc:sldMk cId="1313787557" sldId="306"/>
        </pc:sldMkLst>
        <pc:spChg chg="mod">
          <ac:chgData name="Shambhu Kumar" userId="74963117abc18628" providerId="LiveId" clId="{2EB7DD20-B77B-4EA3-BC03-89E61647BBB1}" dt="2024-08-22T02:48:05.931" v="607" actId="20577"/>
          <ac:spMkLst>
            <pc:docMk/>
            <pc:sldMk cId="1313787557" sldId="306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8:07.420" v="608"/>
          <ac:spMkLst>
            <pc:docMk/>
            <pc:sldMk cId="1313787557" sldId="306"/>
            <ac:spMk id="6" creationId="{0F09307C-BE7F-8851-F922-0680A956C7CB}"/>
          </ac:spMkLst>
        </pc:spChg>
      </pc:sldChg>
      <pc:sldChg chg="addSp modSp mod">
        <pc:chgData name="Shambhu Kumar" userId="74963117abc18628" providerId="LiveId" clId="{2EB7DD20-B77B-4EA3-BC03-89E61647BBB1}" dt="2024-08-22T02:49:47.919" v="626"/>
        <pc:sldMkLst>
          <pc:docMk/>
          <pc:sldMk cId="4145453092" sldId="307"/>
        </pc:sldMkLst>
        <pc:spChg chg="mod">
          <ac:chgData name="Shambhu Kumar" userId="74963117abc18628" providerId="LiveId" clId="{2EB7DD20-B77B-4EA3-BC03-89E61647BBB1}" dt="2024-08-22T02:49:46.032" v="625" actId="20577"/>
          <ac:spMkLst>
            <pc:docMk/>
            <pc:sldMk cId="4145453092" sldId="307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9:47.919" v="626"/>
          <ac:spMkLst>
            <pc:docMk/>
            <pc:sldMk cId="4145453092" sldId="307"/>
            <ac:spMk id="6" creationId="{E2292189-2CC4-48DF-82BA-A2C54A213AD6}"/>
          </ac:spMkLst>
        </pc:spChg>
      </pc:sldChg>
      <pc:sldChg chg="addSp modSp mod ord">
        <pc:chgData name="Shambhu Kumar" userId="74963117abc18628" providerId="LiveId" clId="{2EB7DD20-B77B-4EA3-BC03-89E61647BBB1}" dt="2024-08-22T02:50:15.266" v="635"/>
        <pc:sldMkLst>
          <pc:docMk/>
          <pc:sldMk cId="4230568330" sldId="309"/>
        </pc:sldMkLst>
        <pc:spChg chg="mod">
          <ac:chgData name="Shambhu Kumar" userId="74963117abc18628" providerId="LiveId" clId="{2EB7DD20-B77B-4EA3-BC03-89E61647BBB1}" dt="2024-08-22T02:50:02.157" v="632" actId="20577"/>
          <ac:spMkLst>
            <pc:docMk/>
            <pc:sldMk cId="4230568330" sldId="309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50:04.073" v="633"/>
          <ac:spMkLst>
            <pc:docMk/>
            <pc:sldMk cId="4230568330" sldId="309"/>
            <ac:spMk id="6" creationId="{9033934E-26F2-66CD-21B9-DDDF335F1187}"/>
          </ac:spMkLst>
        </pc:spChg>
      </pc:sldChg>
      <pc:sldChg chg="addSp modSp mod">
        <pc:chgData name="Shambhu Kumar" userId="74963117abc18628" providerId="LiveId" clId="{2EB7DD20-B77B-4EA3-BC03-89E61647BBB1}" dt="2024-08-22T02:40:42.830" v="511" actId="20577"/>
        <pc:sldMkLst>
          <pc:docMk/>
          <pc:sldMk cId="4268398949" sldId="310"/>
        </pc:sldMkLst>
        <pc:spChg chg="mod">
          <ac:chgData name="Shambhu Kumar" userId="74963117abc18628" providerId="LiveId" clId="{2EB7DD20-B77B-4EA3-BC03-89E61647BBB1}" dt="2024-08-22T02:40:42.830" v="511" actId="20577"/>
          <ac:spMkLst>
            <pc:docMk/>
            <pc:sldMk cId="4268398949" sldId="310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0:40.003" v="510"/>
          <ac:spMkLst>
            <pc:docMk/>
            <pc:sldMk cId="4268398949" sldId="310"/>
            <ac:spMk id="6" creationId="{5D22F2B8-3069-A2F5-0ED3-AF79D5ABF050}"/>
          </ac:spMkLst>
        </pc:spChg>
      </pc:sldChg>
      <pc:sldChg chg="addSp modSp mod">
        <pc:chgData name="Shambhu Kumar" userId="74963117abc18628" providerId="LiveId" clId="{2EB7DD20-B77B-4EA3-BC03-89E61647BBB1}" dt="2024-08-22T02:50:45.254" v="649"/>
        <pc:sldMkLst>
          <pc:docMk/>
          <pc:sldMk cId="2053153495" sldId="311"/>
        </pc:sldMkLst>
        <pc:spChg chg="mod">
          <ac:chgData name="Shambhu Kumar" userId="74963117abc18628" providerId="LiveId" clId="{2EB7DD20-B77B-4EA3-BC03-89E61647BBB1}" dt="2024-08-22T02:50:43.071" v="648" actId="20577"/>
          <ac:spMkLst>
            <pc:docMk/>
            <pc:sldMk cId="2053153495" sldId="311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50:45.254" v="649"/>
          <ac:spMkLst>
            <pc:docMk/>
            <pc:sldMk cId="2053153495" sldId="311"/>
            <ac:spMk id="6" creationId="{911EC571-8DE5-A02B-05A5-CACCA38C47CE}"/>
          </ac:spMkLst>
        </pc:spChg>
      </pc:sldChg>
      <pc:sldChg chg="modSp del mod">
        <pc:chgData name="Shambhu Kumar" userId="74963117abc18628" providerId="LiveId" clId="{2EB7DD20-B77B-4EA3-BC03-89E61647BBB1}" dt="2024-08-22T02:52:54.460" v="651" actId="47"/>
        <pc:sldMkLst>
          <pc:docMk/>
          <pc:sldMk cId="506763550" sldId="312"/>
        </pc:sldMkLst>
        <pc:spChg chg="mod">
          <ac:chgData name="Shambhu Kumar" userId="74963117abc18628" providerId="LiveId" clId="{2EB7DD20-B77B-4EA3-BC03-89E61647BBB1}" dt="2024-08-21T17:29:56.125" v="247" actId="21"/>
          <ac:spMkLst>
            <pc:docMk/>
            <pc:sldMk cId="506763550" sldId="312"/>
            <ac:spMk id="3" creationId="{00000000-0000-0000-0000-000000000000}"/>
          </ac:spMkLst>
        </pc:spChg>
      </pc:sldChg>
      <pc:sldChg chg="addSp modSp mod">
        <pc:chgData name="Shambhu Kumar" userId="74963117abc18628" providerId="LiveId" clId="{2EB7DD20-B77B-4EA3-BC03-89E61647BBB1}" dt="2024-08-22T02:41:05.076" v="518"/>
        <pc:sldMkLst>
          <pc:docMk/>
          <pc:sldMk cId="3371780754" sldId="313"/>
        </pc:sldMkLst>
        <pc:spChg chg="mod">
          <ac:chgData name="Shambhu Kumar" userId="74963117abc18628" providerId="LiveId" clId="{2EB7DD20-B77B-4EA3-BC03-89E61647BBB1}" dt="2024-08-22T02:41:03.963" v="517" actId="20577"/>
          <ac:spMkLst>
            <pc:docMk/>
            <pc:sldMk cId="3371780754" sldId="313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41:05.076" v="518"/>
          <ac:spMkLst>
            <pc:docMk/>
            <pc:sldMk cId="3371780754" sldId="313"/>
            <ac:spMk id="6" creationId="{8A3E851B-0C48-BB89-FD56-BB31B8BC1869}"/>
          </ac:spMkLst>
        </pc:spChg>
      </pc:sldChg>
      <pc:sldChg chg="modSp del mod">
        <pc:chgData name="Shambhu Kumar" userId="74963117abc18628" providerId="LiveId" clId="{2EB7DD20-B77B-4EA3-BC03-89E61647BBB1}" dt="2024-08-22T02:37:38.283" v="441" actId="47"/>
        <pc:sldMkLst>
          <pc:docMk/>
          <pc:sldMk cId="830223787" sldId="314"/>
        </pc:sldMkLst>
        <pc:spChg chg="mod">
          <ac:chgData name="Shambhu Kumar" userId="74963117abc18628" providerId="LiveId" clId="{2EB7DD20-B77B-4EA3-BC03-89E61647BBB1}" dt="2024-08-21T17:52:21.152" v="370" actId="21"/>
          <ac:spMkLst>
            <pc:docMk/>
            <pc:sldMk cId="830223787" sldId="314"/>
            <ac:spMk id="3" creationId="{00000000-0000-0000-0000-000000000000}"/>
          </ac:spMkLst>
        </pc:spChg>
      </pc:sldChg>
      <pc:sldChg chg="modSp del mod">
        <pc:chgData name="Shambhu Kumar" userId="74963117abc18628" providerId="LiveId" clId="{2EB7DD20-B77B-4EA3-BC03-89E61647BBB1}" dt="2024-08-22T02:52:57.351" v="652" actId="47"/>
        <pc:sldMkLst>
          <pc:docMk/>
          <pc:sldMk cId="4011208354" sldId="315"/>
        </pc:sldMkLst>
        <pc:spChg chg="mod">
          <ac:chgData name="Shambhu Kumar" userId="74963117abc18628" providerId="LiveId" clId="{2EB7DD20-B77B-4EA3-BC03-89E61647BBB1}" dt="2024-08-21T17:31:41.985" v="266" actId="21"/>
          <ac:spMkLst>
            <pc:docMk/>
            <pc:sldMk cId="4011208354" sldId="315"/>
            <ac:spMk id="3" creationId="{00000000-0000-0000-0000-000000000000}"/>
          </ac:spMkLst>
        </pc:spChg>
      </pc:sldChg>
      <pc:sldChg chg="addSp modSp mod">
        <pc:chgData name="Shambhu Kumar" userId="74963117abc18628" providerId="LiveId" clId="{2EB7DD20-B77B-4EA3-BC03-89E61647BBB1}" dt="2024-08-22T02:53:17.716" v="659"/>
        <pc:sldMkLst>
          <pc:docMk/>
          <pc:sldMk cId="2052938130" sldId="316"/>
        </pc:sldMkLst>
        <pc:spChg chg="mod">
          <ac:chgData name="Shambhu Kumar" userId="74963117abc18628" providerId="LiveId" clId="{2EB7DD20-B77B-4EA3-BC03-89E61647BBB1}" dt="2024-08-22T02:53:16.505" v="658" actId="20577"/>
          <ac:spMkLst>
            <pc:docMk/>
            <pc:sldMk cId="2052938130" sldId="316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53:17.716" v="659"/>
          <ac:spMkLst>
            <pc:docMk/>
            <pc:sldMk cId="2052938130" sldId="316"/>
            <ac:spMk id="6" creationId="{BA6E42D3-3152-0FB5-16AE-98DAD15AB6E4}"/>
          </ac:spMkLst>
        </pc:spChg>
      </pc:sldChg>
      <pc:sldChg chg="modSp del mod">
        <pc:chgData name="Shambhu Kumar" userId="74963117abc18628" providerId="LiveId" clId="{2EB7DD20-B77B-4EA3-BC03-89E61647BBB1}" dt="2024-08-22T02:37:38.816" v="442" actId="47"/>
        <pc:sldMkLst>
          <pc:docMk/>
          <pc:sldMk cId="1581692402" sldId="317"/>
        </pc:sldMkLst>
        <pc:spChg chg="mod">
          <ac:chgData name="Shambhu Kumar" userId="74963117abc18628" providerId="LiveId" clId="{2EB7DD20-B77B-4EA3-BC03-89E61647BBB1}" dt="2024-08-21T17:52:56.909" v="373" actId="21"/>
          <ac:spMkLst>
            <pc:docMk/>
            <pc:sldMk cId="1581692402" sldId="317"/>
            <ac:spMk id="3" creationId="{00000000-0000-0000-0000-000000000000}"/>
          </ac:spMkLst>
        </pc:spChg>
      </pc:sldChg>
      <pc:sldChg chg="addSp modSp mod">
        <pc:chgData name="Shambhu Kumar" userId="74963117abc18628" providerId="LiveId" clId="{2EB7DD20-B77B-4EA3-BC03-89E61647BBB1}" dt="2024-08-22T02:53:32.579" v="672"/>
        <pc:sldMkLst>
          <pc:docMk/>
          <pc:sldMk cId="3419834478" sldId="318"/>
        </pc:sldMkLst>
        <pc:spChg chg="mod">
          <ac:chgData name="Shambhu Kumar" userId="74963117abc18628" providerId="LiveId" clId="{2EB7DD20-B77B-4EA3-BC03-89E61647BBB1}" dt="2024-08-22T02:53:29.925" v="671" actId="20577"/>
          <ac:spMkLst>
            <pc:docMk/>
            <pc:sldMk cId="3419834478" sldId="318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53:32.579" v="672"/>
          <ac:spMkLst>
            <pc:docMk/>
            <pc:sldMk cId="3419834478" sldId="318"/>
            <ac:spMk id="6" creationId="{13E494AC-76C4-308C-7D2C-657C7B6DFD17}"/>
          </ac:spMkLst>
        </pc:spChg>
      </pc:sldChg>
      <pc:sldChg chg="modSp del mod">
        <pc:chgData name="Shambhu Kumar" userId="74963117abc18628" providerId="LiveId" clId="{2EB7DD20-B77B-4EA3-BC03-89E61647BBB1}" dt="2024-08-22T02:38:52.957" v="491" actId="47"/>
        <pc:sldMkLst>
          <pc:docMk/>
          <pc:sldMk cId="1125301948" sldId="319"/>
        </pc:sldMkLst>
        <pc:spChg chg="mod">
          <ac:chgData name="Shambhu Kumar" userId="74963117abc18628" providerId="LiveId" clId="{2EB7DD20-B77B-4EA3-BC03-89E61647BBB1}" dt="2024-08-22T02:38:26.338" v="445" actId="21"/>
          <ac:spMkLst>
            <pc:docMk/>
            <pc:sldMk cId="1125301948" sldId="319"/>
            <ac:spMk id="3" creationId="{00000000-0000-0000-0000-000000000000}"/>
          </ac:spMkLst>
        </pc:spChg>
      </pc:sldChg>
      <pc:sldChg chg="addSp modSp mod">
        <pc:chgData name="Shambhu Kumar" userId="74963117abc18628" providerId="LiveId" clId="{2EB7DD20-B77B-4EA3-BC03-89E61647BBB1}" dt="2024-08-22T02:51:49.151" v="650" actId="20577"/>
        <pc:sldMkLst>
          <pc:docMk/>
          <pc:sldMk cId="2727751362" sldId="320"/>
        </pc:sldMkLst>
        <pc:spChg chg="mod">
          <ac:chgData name="Shambhu Kumar" userId="74963117abc18628" providerId="LiveId" clId="{2EB7DD20-B77B-4EA3-BC03-89E61647BBB1}" dt="2024-08-22T02:51:49.151" v="650" actId="20577"/>
          <ac:spMkLst>
            <pc:docMk/>
            <pc:sldMk cId="2727751362" sldId="320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50:31.676" v="642"/>
          <ac:spMkLst>
            <pc:docMk/>
            <pc:sldMk cId="2727751362" sldId="320"/>
            <ac:spMk id="6" creationId="{9D9C6663-9029-AD61-9713-96BAD0EEC10F}"/>
          </ac:spMkLst>
        </pc:spChg>
      </pc:sldChg>
      <pc:sldChg chg="addSp modSp mod">
        <pc:chgData name="Shambhu Kumar" userId="74963117abc18628" providerId="LiveId" clId="{2EB7DD20-B77B-4EA3-BC03-89E61647BBB1}" dt="2024-08-22T02:53:23.791" v="665"/>
        <pc:sldMkLst>
          <pc:docMk/>
          <pc:sldMk cId="2288349581" sldId="321"/>
        </pc:sldMkLst>
        <pc:spChg chg="mod">
          <ac:chgData name="Shambhu Kumar" userId="74963117abc18628" providerId="LiveId" clId="{2EB7DD20-B77B-4EA3-BC03-89E61647BBB1}" dt="2024-08-22T02:53:22.535" v="664" actId="20577"/>
          <ac:spMkLst>
            <pc:docMk/>
            <pc:sldMk cId="2288349581" sldId="321"/>
            <ac:spMk id="3" creationId="{00000000-0000-0000-0000-000000000000}"/>
          </ac:spMkLst>
        </pc:spChg>
        <pc:spChg chg="add mod">
          <ac:chgData name="Shambhu Kumar" userId="74963117abc18628" providerId="LiveId" clId="{2EB7DD20-B77B-4EA3-BC03-89E61647BBB1}" dt="2024-08-22T02:53:23.791" v="665"/>
          <ac:spMkLst>
            <pc:docMk/>
            <pc:sldMk cId="2288349581" sldId="321"/>
            <ac:spMk id="6" creationId="{589C255B-50CF-D1AC-C304-4E62E7FC210F}"/>
          </ac:spMkLst>
        </pc:spChg>
      </pc:sldChg>
      <pc:sldChg chg="modSp add del mod">
        <pc:chgData name="Shambhu Kumar" userId="74963117abc18628" providerId="LiveId" clId="{2EB7DD20-B77B-4EA3-BC03-89E61647BBB1}" dt="2024-08-22T02:37:33.089" v="432" actId="47"/>
        <pc:sldMkLst>
          <pc:docMk/>
          <pc:sldMk cId="1412384422" sldId="322"/>
        </pc:sldMkLst>
        <pc:spChg chg="mod">
          <ac:chgData name="Shambhu Kumar" userId="74963117abc18628" providerId="LiveId" clId="{2EB7DD20-B77B-4EA3-BC03-89E61647BBB1}" dt="2024-08-21T17:32:48.114" v="269" actId="21"/>
          <ac:spMkLst>
            <pc:docMk/>
            <pc:sldMk cId="1412384422" sldId="322"/>
            <ac:spMk id="3" creationId="{00000000-0000-0000-0000-000000000000}"/>
          </ac:spMkLst>
        </pc:spChg>
      </pc:sldChg>
      <pc:sldChg chg="add">
        <pc:chgData name="Shambhu Kumar" userId="74963117abc18628" providerId="LiveId" clId="{2EB7DD20-B77B-4EA3-BC03-89E61647BBB1}" dt="2024-08-21T17:07:22.770" v="46" actId="2890"/>
        <pc:sldMkLst>
          <pc:docMk/>
          <pc:sldMk cId="1203730087" sldId="323"/>
        </pc:sldMkLst>
      </pc:sldChg>
      <pc:sldChg chg="modSp add mod">
        <pc:chgData name="Shambhu Kumar" userId="74963117abc18628" providerId="LiveId" clId="{2EB7DD20-B77B-4EA3-BC03-89E61647BBB1}" dt="2024-08-21T17:11:28.049" v="101" actId="20577"/>
        <pc:sldMkLst>
          <pc:docMk/>
          <pc:sldMk cId="3144269736" sldId="324"/>
        </pc:sldMkLst>
        <pc:spChg chg="mod">
          <ac:chgData name="Shambhu Kumar" userId="74963117abc18628" providerId="LiveId" clId="{2EB7DD20-B77B-4EA3-BC03-89E61647BBB1}" dt="2024-08-21T17:11:28.049" v="101" actId="20577"/>
          <ac:spMkLst>
            <pc:docMk/>
            <pc:sldMk cId="3144269736" sldId="324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1T17:16:09.747" v="118" actId="20577"/>
        <pc:sldMkLst>
          <pc:docMk/>
          <pc:sldMk cId="3746022689" sldId="325"/>
        </pc:sldMkLst>
        <pc:spChg chg="mod">
          <ac:chgData name="Shambhu Kumar" userId="74963117abc18628" providerId="LiveId" clId="{2EB7DD20-B77B-4EA3-BC03-89E61647BBB1}" dt="2024-08-21T17:16:09.747" v="118" actId="20577"/>
          <ac:spMkLst>
            <pc:docMk/>
            <pc:sldMk cId="3746022689" sldId="325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1T17:20:05.809" v="122"/>
        <pc:sldMkLst>
          <pc:docMk/>
          <pc:sldMk cId="3928952350" sldId="326"/>
        </pc:sldMkLst>
        <pc:spChg chg="mod">
          <ac:chgData name="Shambhu Kumar" userId="74963117abc18628" providerId="LiveId" clId="{2EB7DD20-B77B-4EA3-BC03-89E61647BBB1}" dt="2024-08-21T17:20:05.809" v="122"/>
          <ac:spMkLst>
            <pc:docMk/>
            <pc:sldMk cId="3928952350" sldId="326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1T17:21:16.411" v="126"/>
        <pc:sldMkLst>
          <pc:docMk/>
          <pc:sldMk cId="3918499287" sldId="327"/>
        </pc:sldMkLst>
        <pc:spChg chg="mod">
          <ac:chgData name="Shambhu Kumar" userId="74963117abc18628" providerId="LiveId" clId="{2EB7DD20-B77B-4EA3-BC03-89E61647BBB1}" dt="2024-08-21T17:21:16.411" v="126"/>
          <ac:spMkLst>
            <pc:docMk/>
            <pc:sldMk cId="3918499287" sldId="327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1T17:23:08.264" v="130"/>
        <pc:sldMkLst>
          <pc:docMk/>
          <pc:sldMk cId="4187379709" sldId="328"/>
        </pc:sldMkLst>
        <pc:spChg chg="mod">
          <ac:chgData name="Shambhu Kumar" userId="74963117abc18628" providerId="LiveId" clId="{2EB7DD20-B77B-4EA3-BC03-89E61647BBB1}" dt="2024-08-21T17:23:08.264" v="130"/>
          <ac:spMkLst>
            <pc:docMk/>
            <pc:sldMk cId="4187379709" sldId="328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1T17:23:51.509" v="169" actId="20577"/>
        <pc:sldMkLst>
          <pc:docMk/>
          <pc:sldMk cId="3549121160" sldId="329"/>
        </pc:sldMkLst>
        <pc:spChg chg="mod">
          <ac:chgData name="Shambhu Kumar" userId="74963117abc18628" providerId="LiveId" clId="{2EB7DD20-B77B-4EA3-BC03-89E61647BBB1}" dt="2024-08-21T17:23:51.509" v="169" actId="20577"/>
          <ac:spMkLst>
            <pc:docMk/>
            <pc:sldMk cId="3549121160" sldId="329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1T17:35:07.794" v="278" actId="14100"/>
        <pc:sldMkLst>
          <pc:docMk/>
          <pc:sldMk cId="2765895378" sldId="330"/>
        </pc:sldMkLst>
        <pc:spChg chg="mod">
          <ac:chgData name="Shambhu Kumar" userId="74963117abc18628" providerId="LiveId" clId="{2EB7DD20-B77B-4EA3-BC03-89E61647BBB1}" dt="2024-08-21T17:29:14.340" v="244" actId="20577"/>
          <ac:spMkLst>
            <pc:docMk/>
            <pc:sldMk cId="2765895378" sldId="330"/>
            <ac:spMk id="3" creationId="{00000000-0000-0000-0000-000000000000}"/>
          </ac:spMkLst>
        </pc:spChg>
        <pc:spChg chg="mod">
          <ac:chgData name="Shambhu Kumar" userId="74963117abc18628" providerId="LiveId" clId="{2EB7DD20-B77B-4EA3-BC03-89E61647BBB1}" dt="2024-08-21T17:35:07.794" v="278" actId="14100"/>
          <ac:spMkLst>
            <pc:docMk/>
            <pc:sldMk cId="2765895378" sldId="330"/>
            <ac:spMk id="5" creationId="{E781E1C8-88F5-2CA8-A496-2A9A073FA118}"/>
          </ac:spMkLst>
        </pc:spChg>
      </pc:sldChg>
      <pc:sldChg chg="modSp add mod">
        <pc:chgData name="Shambhu Kumar" userId="74963117abc18628" providerId="LiveId" clId="{2EB7DD20-B77B-4EA3-BC03-89E61647BBB1}" dt="2024-08-21T17:30:18.833" v="248"/>
        <pc:sldMkLst>
          <pc:docMk/>
          <pc:sldMk cId="3345282337" sldId="331"/>
        </pc:sldMkLst>
        <pc:spChg chg="mod">
          <ac:chgData name="Shambhu Kumar" userId="74963117abc18628" providerId="LiveId" clId="{2EB7DD20-B77B-4EA3-BC03-89E61647BBB1}" dt="2024-08-21T17:30:18.833" v="248"/>
          <ac:spMkLst>
            <pc:docMk/>
            <pc:sldMk cId="3345282337" sldId="331"/>
            <ac:spMk id="3" creationId="{00000000-0000-0000-0000-000000000000}"/>
          </ac:spMkLst>
        </pc:spChg>
        <pc:spChg chg="mod">
          <ac:chgData name="Shambhu Kumar" userId="74963117abc18628" providerId="LiveId" clId="{2EB7DD20-B77B-4EA3-BC03-89E61647BBB1}" dt="2024-08-21T17:29:29.214" v="246" actId="14100"/>
          <ac:spMkLst>
            <pc:docMk/>
            <pc:sldMk cId="3345282337" sldId="331"/>
            <ac:spMk id="5" creationId="{E781E1C8-88F5-2CA8-A496-2A9A073FA118}"/>
          </ac:spMkLst>
        </pc:spChg>
      </pc:sldChg>
      <pc:sldChg chg="modSp add mod ord">
        <pc:chgData name="Shambhu Kumar" userId="74963117abc18628" providerId="LiveId" clId="{2EB7DD20-B77B-4EA3-BC03-89E61647BBB1}" dt="2024-08-21T17:30:54.534" v="261" actId="20577"/>
        <pc:sldMkLst>
          <pc:docMk/>
          <pc:sldMk cId="2298434156" sldId="332"/>
        </pc:sldMkLst>
        <pc:spChg chg="mod">
          <ac:chgData name="Shambhu Kumar" userId="74963117abc18628" providerId="LiveId" clId="{2EB7DD20-B77B-4EA3-BC03-89E61647BBB1}" dt="2024-08-21T17:30:54.534" v="261" actId="20577"/>
          <ac:spMkLst>
            <pc:docMk/>
            <pc:sldMk cId="2298434156" sldId="332"/>
            <ac:spMk id="3" creationId="{00000000-0000-0000-0000-000000000000}"/>
          </ac:spMkLst>
        </pc:spChg>
        <pc:spChg chg="mod">
          <ac:chgData name="Shambhu Kumar" userId="74963117abc18628" providerId="LiveId" clId="{2EB7DD20-B77B-4EA3-BC03-89E61647BBB1}" dt="2024-08-21T17:30:43.845" v="252" actId="14100"/>
          <ac:spMkLst>
            <pc:docMk/>
            <pc:sldMk cId="2298434156" sldId="332"/>
            <ac:spMk id="5" creationId="{E781E1C8-88F5-2CA8-A496-2A9A073FA118}"/>
          </ac:spMkLst>
        </pc:spChg>
      </pc:sldChg>
      <pc:sldChg chg="modSp add mod ord">
        <pc:chgData name="Shambhu Kumar" userId="74963117abc18628" providerId="LiveId" clId="{2EB7DD20-B77B-4EA3-BC03-89E61647BBB1}" dt="2024-08-21T17:32:00.691" v="267"/>
        <pc:sldMkLst>
          <pc:docMk/>
          <pc:sldMk cId="2949398676" sldId="333"/>
        </pc:sldMkLst>
        <pc:spChg chg="mod">
          <ac:chgData name="Shambhu Kumar" userId="74963117abc18628" providerId="LiveId" clId="{2EB7DD20-B77B-4EA3-BC03-89E61647BBB1}" dt="2024-08-21T17:32:00.691" v="267"/>
          <ac:spMkLst>
            <pc:docMk/>
            <pc:sldMk cId="2949398676" sldId="333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1T17:32:53.954" v="270"/>
        <pc:sldMkLst>
          <pc:docMk/>
          <pc:sldMk cId="1522414872" sldId="334"/>
        </pc:sldMkLst>
        <pc:spChg chg="mod">
          <ac:chgData name="Shambhu Kumar" userId="74963117abc18628" providerId="LiveId" clId="{2EB7DD20-B77B-4EA3-BC03-89E61647BBB1}" dt="2024-08-21T17:32:53.954" v="270"/>
          <ac:spMkLst>
            <pc:docMk/>
            <pc:sldMk cId="1522414872" sldId="334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1T17:44:55.150" v="360" actId="14100"/>
        <pc:sldMkLst>
          <pc:docMk/>
          <pc:sldMk cId="1648985578" sldId="335"/>
        </pc:sldMkLst>
        <pc:spChg chg="mod">
          <ac:chgData name="Shambhu Kumar" userId="74963117abc18628" providerId="LiveId" clId="{2EB7DD20-B77B-4EA3-BC03-89E61647BBB1}" dt="2024-08-21T17:37:17.142" v="280"/>
          <ac:spMkLst>
            <pc:docMk/>
            <pc:sldMk cId="1648985578" sldId="335"/>
            <ac:spMk id="3" creationId="{00000000-0000-0000-0000-000000000000}"/>
          </ac:spMkLst>
        </pc:spChg>
        <pc:spChg chg="mod">
          <ac:chgData name="Shambhu Kumar" userId="74963117abc18628" providerId="LiveId" clId="{2EB7DD20-B77B-4EA3-BC03-89E61647BBB1}" dt="2024-08-21T17:44:55.150" v="360" actId="14100"/>
          <ac:spMkLst>
            <pc:docMk/>
            <pc:sldMk cId="1648985578" sldId="335"/>
            <ac:spMk id="5" creationId="{E781E1C8-88F5-2CA8-A496-2A9A073FA118}"/>
          </ac:spMkLst>
        </pc:spChg>
      </pc:sldChg>
      <pc:sldChg chg="new del">
        <pc:chgData name="Shambhu Kumar" userId="74963117abc18628" providerId="LiveId" clId="{2EB7DD20-B77B-4EA3-BC03-89E61647BBB1}" dt="2024-08-21T17:34:50.705" v="276" actId="47"/>
        <pc:sldMkLst>
          <pc:docMk/>
          <pc:sldMk cId="2471346833" sldId="335"/>
        </pc:sldMkLst>
      </pc:sldChg>
      <pc:sldChg chg="modSp add del mod">
        <pc:chgData name="Shambhu Kumar" userId="74963117abc18628" providerId="LiveId" clId="{2EB7DD20-B77B-4EA3-BC03-89E61647BBB1}" dt="2024-08-21T17:43:07.286" v="285" actId="2696"/>
        <pc:sldMkLst>
          <pc:docMk/>
          <pc:sldMk cId="3448473329" sldId="336"/>
        </pc:sldMkLst>
        <pc:spChg chg="mod">
          <ac:chgData name="Shambhu Kumar" userId="74963117abc18628" providerId="LiveId" clId="{2EB7DD20-B77B-4EA3-BC03-89E61647BBB1}" dt="2024-08-21T17:38:02.278" v="283" actId="14100"/>
          <ac:spMkLst>
            <pc:docMk/>
            <pc:sldMk cId="3448473329" sldId="336"/>
            <ac:spMk id="5" creationId="{E781E1C8-88F5-2CA8-A496-2A9A073FA118}"/>
          </ac:spMkLst>
        </pc:spChg>
      </pc:sldChg>
      <pc:sldChg chg="modSp add mod">
        <pc:chgData name="Shambhu Kumar" userId="74963117abc18628" providerId="LiveId" clId="{2EB7DD20-B77B-4EA3-BC03-89E61647BBB1}" dt="2024-08-21T17:44:12.146" v="318" actId="20577"/>
        <pc:sldMkLst>
          <pc:docMk/>
          <pc:sldMk cId="3975359722" sldId="336"/>
        </pc:sldMkLst>
        <pc:spChg chg="mod">
          <ac:chgData name="Shambhu Kumar" userId="74963117abc18628" providerId="LiveId" clId="{2EB7DD20-B77B-4EA3-BC03-89E61647BBB1}" dt="2024-08-21T17:44:12.146" v="318" actId="20577"/>
          <ac:spMkLst>
            <pc:docMk/>
            <pc:sldMk cId="3975359722" sldId="336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1T17:44:45.591" v="359" actId="20577"/>
        <pc:sldMkLst>
          <pc:docMk/>
          <pc:sldMk cId="3814096009" sldId="337"/>
        </pc:sldMkLst>
        <pc:spChg chg="mod">
          <ac:chgData name="Shambhu Kumar" userId="74963117abc18628" providerId="LiveId" clId="{2EB7DD20-B77B-4EA3-BC03-89E61647BBB1}" dt="2024-08-21T17:44:45.591" v="359" actId="20577"/>
          <ac:spMkLst>
            <pc:docMk/>
            <pc:sldMk cId="3814096009" sldId="337"/>
            <ac:spMk id="3" creationId="{00000000-0000-0000-0000-000000000000}"/>
          </ac:spMkLst>
        </pc:spChg>
        <pc:spChg chg="mod">
          <ac:chgData name="Shambhu Kumar" userId="74963117abc18628" providerId="LiveId" clId="{2EB7DD20-B77B-4EA3-BC03-89E61647BBB1}" dt="2024-08-21T17:44:20.811" v="320" actId="14100"/>
          <ac:spMkLst>
            <pc:docMk/>
            <pc:sldMk cId="3814096009" sldId="337"/>
            <ac:spMk id="5" creationId="{E781E1C8-88F5-2CA8-A496-2A9A073FA118}"/>
          </ac:spMkLst>
        </pc:spChg>
      </pc:sldChg>
      <pc:sldChg chg="modSp add mod">
        <pc:chgData name="Shambhu Kumar" userId="74963117abc18628" providerId="LiveId" clId="{2EB7DD20-B77B-4EA3-BC03-89E61647BBB1}" dt="2024-08-21T17:51:52.573" v="365"/>
        <pc:sldMkLst>
          <pc:docMk/>
          <pc:sldMk cId="3853992396" sldId="338"/>
        </pc:sldMkLst>
        <pc:spChg chg="mod">
          <ac:chgData name="Shambhu Kumar" userId="74963117abc18628" providerId="LiveId" clId="{2EB7DD20-B77B-4EA3-BC03-89E61647BBB1}" dt="2024-08-21T17:51:52.573" v="365"/>
          <ac:spMkLst>
            <pc:docMk/>
            <pc:sldMk cId="3853992396" sldId="338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1T17:52:39.499" v="371"/>
        <pc:sldMkLst>
          <pc:docMk/>
          <pc:sldMk cId="1802237855" sldId="339"/>
        </pc:sldMkLst>
        <pc:spChg chg="mod">
          <ac:chgData name="Shambhu Kumar" userId="74963117abc18628" providerId="LiveId" clId="{2EB7DD20-B77B-4EA3-BC03-89E61647BBB1}" dt="2024-08-21T17:52:39.499" v="371"/>
          <ac:spMkLst>
            <pc:docMk/>
            <pc:sldMk cId="1802237855" sldId="339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1T17:53:11.065" v="374"/>
        <pc:sldMkLst>
          <pc:docMk/>
          <pc:sldMk cId="783874134" sldId="340"/>
        </pc:sldMkLst>
        <pc:spChg chg="mod">
          <ac:chgData name="Shambhu Kumar" userId="74963117abc18628" providerId="LiveId" clId="{2EB7DD20-B77B-4EA3-BC03-89E61647BBB1}" dt="2024-08-21T17:53:11.065" v="374"/>
          <ac:spMkLst>
            <pc:docMk/>
            <pc:sldMk cId="783874134" sldId="340"/>
            <ac:spMk id="3" creationId="{00000000-0000-0000-0000-000000000000}"/>
          </ac:spMkLst>
        </pc:spChg>
      </pc:sldChg>
      <pc:sldChg chg="modSp add mod ord">
        <pc:chgData name="Shambhu Kumar" userId="74963117abc18628" providerId="LiveId" clId="{2EB7DD20-B77B-4EA3-BC03-89E61647BBB1}" dt="2024-08-21T17:54:10.756" v="381"/>
        <pc:sldMkLst>
          <pc:docMk/>
          <pc:sldMk cId="4107521613" sldId="341"/>
        </pc:sldMkLst>
        <pc:spChg chg="mod">
          <ac:chgData name="Shambhu Kumar" userId="74963117abc18628" providerId="LiveId" clId="{2EB7DD20-B77B-4EA3-BC03-89E61647BBB1}" dt="2024-08-21T17:54:10.756" v="381"/>
          <ac:spMkLst>
            <pc:docMk/>
            <pc:sldMk cId="4107521613" sldId="341"/>
            <ac:spMk id="3" creationId="{00000000-0000-0000-0000-000000000000}"/>
          </ac:spMkLst>
        </pc:spChg>
      </pc:sldChg>
      <pc:sldChg chg="modSp add mod ord">
        <pc:chgData name="Shambhu Kumar" userId="74963117abc18628" providerId="LiveId" clId="{2EB7DD20-B77B-4EA3-BC03-89E61647BBB1}" dt="2024-08-22T02:32:21.018" v="431" actId="20577"/>
        <pc:sldMkLst>
          <pc:docMk/>
          <pc:sldMk cId="3313473756" sldId="342"/>
        </pc:sldMkLst>
        <pc:spChg chg="mod">
          <ac:chgData name="Shambhu Kumar" userId="74963117abc18628" providerId="LiveId" clId="{2EB7DD20-B77B-4EA3-BC03-89E61647BBB1}" dt="2024-08-22T02:32:21.018" v="431" actId="20577"/>
          <ac:spMkLst>
            <pc:docMk/>
            <pc:sldMk cId="3313473756" sldId="342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2T02:38:47.114" v="490" actId="20577"/>
        <pc:sldMkLst>
          <pc:docMk/>
          <pc:sldMk cId="393093337" sldId="343"/>
        </pc:sldMkLst>
        <pc:spChg chg="mod">
          <ac:chgData name="Shambhu Kumar" userId="74963117abc18628" providerId="LiveId" clId="{2EB7DD20-B77B-4EA3-BC03-89E61647BBB1}" dt="2024-08-22T02:38:47.114" v="490" actId="20577"/>
          <ac:spMkLst>
            <pc:docMk/>
            <pc:sldMk cId="393093337" sldId="343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2T02:39:16.549" v="494"/>
        <pc:sldMkLst>
          <pc:docMk/>
          <pc:sldMk cId="3845511253" sldId="344"/>
        </pc:sldMkLst>
        <pc:spChg chg="mod">
          <ac:chgData name="Shambhu Kumar" userId="74963117abc18628" providerId="LiveId" clId="{2EB7DD20-B77B-4EA3-BC03-89E61647BBB1}" dt="2024-08-22T02:39:16.549" v="494"/>
          <ac:spMkLst>
            <pc:docMk/>
            <pc:sldMk cId="3845511253" sldId="344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2T02:42:39.074" v="535"/>
        <pc:sldMkLst>
          <pc:docMk/>
          <pc:sldMk cId="2092365758" sldId="345"/>
        </pc:sldMkLst>
        <pc:spChg chg="mod">
          <ac:chgData name="Shambhu Kumar" userId="74963117abc18628" providerId="LiveId" clId="{2EB7DD20-B77B-4EA3-BC03-89E61647BBB1}" dt="2024-08-22T02:42:39.074" v="535"/>
          <ac:spMkLst>
            <pc:docMk/>
            <pc:sldMk cId="2092365758" sldId="345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2T02:43:09.165" v="539"/>
        <pc:sldMkLst>
          <pc:docMk/>
          <pc:sldMk cId="3134282712" sldId="346"/>
        </pc:sldMkLst>
        <pc:spChg chg="mod">
          <ac:chgData name="Shambhu Kumar" userId="74963117abc18628" providerId="LiveId" clId="{2EB7DD20-B77B-4EA3-BC03-89E61647BBB1}" dt="2024-08-22T02:43:09.165" v="539"/>
          <ac:spMkLst>
            <pc:docMk/>
            <pc:sldMk cId="3134282712" sldId="346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2T03:11:35.121" v="674"/>
        <pc:sldMkLst>
          <pc:docMk/>
          <pc:sldMk cId="2207646309" sldId="347"/>
        </pc:sldMkLst>
        <pc:spChg chg="mod">
          <ac:chgData name="Shambhu Kumar" userId="74963117abc18628" providerId="LiveId" clId="{2EB7DD20-B77B-4EA3-BC03-89E61647BBB1}" dt="2024-08-22T03:11:35.121" v="674"/>
          <ac:spMkLst>
            <pc:docMk/>
            <pc:sldMk cId="2207646309" sldId="347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3T03:16:30.608" v="678"/>
        <pc:sldMkLst>
          <pc:docMk/>
          <pc:sldMk cId="1129454929" sldId="348"/>
        </pc:sldMkLst>
        <pc:spChg chg="mod">
          <ac:chgData name="Shambhu Kumar" userId="74963117abc18628" providerId="LiveId" clId="{2EB7DD20-B77B-4EA3-BC03-89E61647BBB1}" dt="2024-08-23T03:16:30.608" v="678"/>
          <ac:spMkLst>
            <pc:docMk/>
            <pc:sldMk cId="1129454929" sldId="348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3T03:23:24.519" v="681" actId="20577"/>
        <pc:sldMkLst>
          <pc:docMk/>
          <pc:sldMk cId="1935695067" sldId="349"/>
        </pc:sldMkLst>
        <pc:spChg chg="mod">
          <ac:chgData name="Shambhu Kumar" userId="74963117abc18628" providerId="LiveId" clId="{2EB7DD20-B77B-4EA3-BC03-89E61647BBB1}" dt="2024-08-23T03:23:24.519" v="681" actId="20577"/>
          <ac:spMkLst>
            <pc:docMk/>
            <pc:sldMk cId="1935695067" sldId="349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3T03:28:23.336" v="683"/>
        <pc:sldMkLst>
          <pc:docMk/>
          <pc:sldMk cId="4227033497" sldId="350"/>
        </pc:sldMkLst>
        <pc:spChg chg="mod">
          <ac:chgData name="Shambhu Kumar" userId="74963117abc18628" providerId="LiveId" clId="{2EB7DD20-B77B-4EA3-BC03-89E61647BBB1}" dt="2024-08-23T03:28:23.336" v="683"/>
          <ac:spMkLst>
            <pc:docMk/>
            <pc:sldMk cId="4227033497" sldId="350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3T03:30:14.819" v="685"/>
        <pc:sldMkLst>
          <pc:docMk/>
          <pc:sldMk cId="2078646741" sldId="351"/>
        </pc:sldMkLst>
        <pc:spChg chg="mod">
          <ac:chgData name="Shambhu Kumar" userId="74963117abc18628" providerId="LiveId" clId="{2EB7DD20-B77B-4EA3-BC03-89E61647BBB1}" dt="2024-08-23T03:30:14.819" v="685"/>
          <ac:spMkLst>
            <pc:docMk/>
            <pc:sldMk cId="2078646741" sldId="351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2EB7DD20-B77B-4EA3-BC03-89E61647BBB1}" dt="2024-08-23T03:33:27.118" v="687"/>
        <pc:sldMkLst>
          <pc:docMk/>
          <pc:sldMk cId="1782488015" sldId="352"/>
        </pc:sldMkLst>
        <pc:spChg chg="mod">
          <ac:chgData name="Shambhu Kumar" userId="74963117abc18628" providerId="LiveId" clId="{2EB7DD20-B77B-4EA3-BC03-89E61647BBB1}" dt="2024-08-23T03:33:27.118" v="687"/>
          <ac:spMkLst>
            <pc:docMk/>
            <pc:sldMk cId="1782488015" sldId="35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230C3-9C62-4B92-B018-C89462150DB4}" type="datetimeFigureOut">
              <a:rPr lang="en-IN" smtClean="0"/>
              <a:t>26-11-2024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9B6DB-AF9B-4D98-94E2-C1A7DD571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59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52530-1FCA-4746-B06D-DC4FDE3F2963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F96E-6905-4045-8CE7-D1D0142A69EB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7B15-D737-4293-9E99-E8B938874DCF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B629-08F1-48BC-89F5-2EACC50A03A0}" type="datetime1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5464-F1D5-4130-92F1-17662B48BD91}" type="datetime1">
              <a:rPr lang="en-US" smtClean="0"/>
              <a:t>11/26/2024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653D-5FCB-4BBF-BA41-CB741EEB40E4}" type="datetime1">
              <a:rPr lang="en-US" smtClean="0"/>
              <a:t>11/26/2024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E5208-E163-471A-BA17-7932E9B0D319}" type="datetime1">
              <a:rPr lang="en-US" smtClean="0"/>
              <a:t>11/26/2024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2948-CED6-46F4-8EF2-A12229353E56}" type="datetime1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0D7A7-F6CB-4A68-B1B8-6D6ABA668548}" type="datetime1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CE105-048E-4715-A277-39BD8C842C98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EC4EE-4481-4859-AE94-A2B400DA88C7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0E8E4-A4B3-4FDE-8FD5-756F30C77EF4}" type="datetime1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Shambhu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ounting-bits/description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number-of-even-and-odd-bits/description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rotate-array/description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move-zeroes/description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sort-colors/description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single-element-in-a-sorted-array/description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single-number/description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single-number-iii/description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single-number-ii/description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find-all-lonely-numbers-in-the-array/description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sum-of-unique-elements/description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first-missing-positive/description/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remove-duplicates-from-sorted-array/description/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ount-primes/description/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third-maximum-number/descriptio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the even index elements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2057400"/>
            <a:ext cx="1066800" cy="8382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1</a:t>
            </a:fld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48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the even elements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295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26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count all the even numbers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295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022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and count all the three digit numbers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295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95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sum and average of all the elements of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295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73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the Biggest element, Smallest element and their difference in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295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499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the given array of Strings, print and count all the Strings which has even number of characters.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295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379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the given array of Strings, print the largest string and smallest string.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295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8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121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each element of the array in reverse order.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295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9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359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alternate element of the array from end.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09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 swap two index values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992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9B935-15D9-C501-00E0-ED6FA6570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BB07A-D3F4-9F64-7789-E4DDCDC1A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6A7B-C1C8-ED2B-AD2B-2B9DC61C8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>
                <a:hlinkClick r:id="rId2"/>
              </a:rPr>
              <a:t>Counting Bits – </a:t>
            </a:r>
            <a:r>
              <a:rPr lang="en-IN" dirty="0" err="1">
                <a:hlinkClick r:id="rId2"/>
              </a:rPr>
              <a:t>LeetCode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8881E-12D5-7C39-C108-1C7DA04A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BDCBF7-A404-8612-A2CB-07863F90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236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2AD4-219A-ED22-FD0C-20A6AE47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E810-1396-B792-EBEA-334552D4A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A9C01-9D0A-DDB4-C0E6-23BFFD9B0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Number of Even and Odd Bits - </a:t>
            </a:r>
            <a:r>
              <a:rPr lang="en-US" dirty="0" err="1">
                <a:hlinkClick r:id="rId2"/>
              </a:rPr>
              <a:t>LeetCode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2F495-D6F2-FA8A-F4EB-7095DC80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24D67-794A-0538-6745-D28150CC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730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insert an element at certain position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237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remove an element from the certain position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874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check no is even or odd without using if else/Conditional Operator statement 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521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and count all the prime numbers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985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rotate each element of an array by one position in right side.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895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rotate all the elements of array k position to its right.</a:t>
            </a:r>
          </a:p>
          <a:p>
            <a:pPr marL="0" indent="0">
              <a:buNone/>
            </a:pPr>
            <a:r>
              <a:rPr lang="en-US" dirty="0"/>
              <a:t> array[] = {1,2,3,4,5,6,7} , </a:t>
            </a:r>
          </a:p>
          <a:p>
            <a:pPr marL="0" indent="0">
              <a:buNone/>
            </a:pPr>
            <a:r>
              <a:rPr lang="en-US" dirty="0"/>
              <a:t>k=2 </a:t>
            </a:r>
          </a:p>
          <a:p>
            <a:pPr marL="0" indent="0">
              <a:buNone/>
            </a:pPr>
            <a:r>
              <a:rPr lang="en-US" dirty="0"/>
              <a:t>Output: {6 7 1 2 3 4 5}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282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rotate each element of an array by one position in left side.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434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rotate all the elements of array k position to its left.</a:t>
            </a:r>
          </a:p>
          <a:p>
            <a:pPr marL="0" indent="0">
              <a:buNone/>
            </a:pPr>
            <a:r>
              <a:rPr lang="en-US" dirty="0"/>
              <a:t> array[] = {1, 2, 3, 4, 5, 6, 7}, </a:t>
            </a:r>
          </a:p>
          <a:p>
            <a:pPr marL="0" indent="0">
              <a:buNone/>
            </a:pPr>
            <a:r>
              <a:rPr lang="en-US" dirty="0"/>
              <a:t>k = 2</a:t>
            </a:r>
          </a:p>
          <a:p>
            <a:pPr marL="0" indent="0">
              <a:buNone/>
            </a:pPr>
            <a:r>
              <a:rPr lang="en-US" dirty="0"/>
              <a:t>Output: {3 4 5 6 7 1 2}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398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https://leetcode.com/problems/rotate-array/description/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646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https://leetcode.com/problems/move-zeroes/description/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14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move all zeroes of an array to the end.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/p: [7, 0, 2, 6, 0, 4]</a:t>
            </a:r>
          </a:p>
          <a:p>
            <a:pPr marL="0" indent="0">
              <a:buNone/>
            </a:pPr>
            <a:r>
              <a:rPr lang="en-US" dirty="0"/>
              <a:t>o/p: [7, 2, 6, 4, 0, 0]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4F43E4-76A2-1BE2-3410-10B0716B2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A225B-1D61-672B-E1B9-BBB34609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033934E-26F2-66CD-21B9-DDDF335F1187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568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the shift all 0’s to left and all 1’s to the right(Without Sorting).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/p: 	[0, 1, 1, 0, 0, 1, 0, 0]</a:t>
            </a:r>
          </a:p>
          <a:p>
            <a:pPr marL="0" indent="0">
              <a:buNone/>
            </a:pPr>
            <a:r>
              <a:rPr lang="en-US" dirty="0"/>
              <a:t>o/p: 	[0, 0, 0, 0, 0, 1, 1, 1]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365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the given array of 0’s, 1’s and 2’s</a:t>
            </a:r>
          </a:p>
          <a:p>
            <a:pPr marL="0" indent="0">
              <a:buNone/>
            </a:pPr>
            <a:r>
              <a:rPr lang="en-US" dirty="0"/>
              <a:t>Sort the elements(Without Sorting).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/p: 	[0, 2, 0, 1, 2, 1, 0, 2]</a:t>
            </a:r>
          </a:p>
          <a:p>
            <a:pPr marL="0" indent="0">
              <a:buNone/>
            </a:pPr>
            <a:r>
              <a:rPr lang="en-US" dirty="0"/>
              <a:t>o/p: 	[0, 0, 0, 1, 1, 2, 2, 2]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282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https://leetcode.com/problems/sort-colors/description/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454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the frequency of each element of the array if all given elements are in </a:t>
            </a:r>
            <a:r>
              <a:rPr lang="en-US"/>
              <a:t>range from 0 to 1000.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28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473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the frequency of each element of the array when elements provided are in any range.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29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93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each element of the array which has appeared only once in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BDDED-3346-9FCE-597D-6FB7A14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E1C8-88F5-2CA8-A496-2A9A073F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30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511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16F79-77B0-9F2D-5F1C-0409BD42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C011-9C8C-B1E1-ECAC-60133A28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397EF-9932-1861-85FC-4A9BFF5A6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https://leetcode.com/problems/single-element-in-a-sorted-array/description/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8322E-FE9D-BFA4-20F5-1BB82509F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DEF69-E262-B9AB-28A9-DEB5BF7FD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31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65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A4BB-0EDF-A0DF-20EB-24D48E5E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47FD-A82C-6E8C-9BAF-628A584C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1C505-EF39-3E70-64FB-BD913003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https://leetcode.com/problems/single-number/description/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502D3-878F-33E4-6B07-FE356BFA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D119CE-8108-C591-591B-9153BB9B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32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591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61C8-5731-3BB1-B477-A48476E6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943B-59A6-1FF4-BF95-51C33DC3E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AE7F2-413D-989D-D811-FD6E03E68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https://leetcode.com/problems/single-number-iii/description/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E020B-2596-C5E9-1CE0-01239A985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4F2B8-EDD6-2A03-6D59-680316ED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33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473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598E5-8FE5-0563-2017-969358802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4D251-0384-FC3E-DE4A-41FE6CDA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21752-9DCE-8A0F-3E11-A1ED3963B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https://leetcode.com/problems/single-number-ii/description/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A17BA-B254-D613-F015-1C48F1BF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94F01-A697-A404-3A4E-83C41A93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34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623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A3A40-DD9E-68FD-79AC-33E9F9A0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59C4-4707-6EA6-AC19-527638C9D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47EFD-6ACF-CE04-E645-288AD4343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https://leetcode.com/problems/find-all-lonely-numbers-in-the-array/description/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9708D-795C-3487-3CF1-A9E3EE5C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3D7A4-42B6-5174-0A1A-D6938B4CC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35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345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2FD3C-F7D7-0970-22A9-2976363B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C7392-7322-B4EB-127A-19D3404E8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DE5B5-CB91-CECF-5C2B-9AED32F48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https://leetcode.com/problems/sum-of-unique-elements/description/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CEDD3-0EFF-BAD0-C943-F647A8B3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03C3E-263F-6CB1-C445-DABD5A0EA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676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36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467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each element of the array which has appeared more than once/which has duplicate values in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C6704-FDD6-60B5-068C-BD372509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56EBE-8803-1E6B-D015-928FD556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D548B3D-9FDD-C293-9A19-988BE0B9CCCF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37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342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all the elements of array whose frequency are odd.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7754B-3E30-DE92-6078-0A7C8916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87CE2-9F68-3505-3652-9405E116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D22F2B8-3069-A2F5-0ED3-AF79D5ABF050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38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398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the element and its frequency which has appeared for the maximum time in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39EBD-2840-235A-A658-5005EE654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DAF262-D667-F52A-1F8B-1DB3E382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A3E851B-0C48-BB89-FD56-BB31B8BC1869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39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7807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the index and the value of the first non-repeating element in an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4F86A-223A-A2AA-5561-958815C5C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E9B4B-E588-9A1E-2B5B-E0ECF415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EE5AA54-A5E6-15B2-D741-7BD8B1644542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40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6310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remove the duplicate values from the array and store all unique elements in a new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185B5-8073-13E4-2E58-0AB8BB9E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0A405-B3AB-142B-B8FA-39F5FA92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A96143F-B524-6A00-AC00-81EF1465CB40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41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6452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true if all the elements in the array are unique.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2AC63-557A-56A7-A1EC-D5514D76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3A0CF-9DBD-7D88-7F09-26B7A50A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F09307C-BE7F-8851-F922-0680A956C7CB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42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787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Biggest and second biggest element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72A50-484D-F0B9-6BD6-1A418A9E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8DF05-7521-8CFC-3F7A-03652090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9113090-3642-82B1-6E1F-935F4A6A4A76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43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7510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Smallest and second Smallest element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C7A05-A865-4CD8-4E41-613E060E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19BAE-6265-7CC4-A458-BE73F999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7162672-1A47-F913-6867-23B8A2947D97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44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4228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find the maximum product of two integers in a given array of positive integers.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CE31D-2A78-967A-DA8D-7A7084DF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FD5A0-3B73-7B73-4906-85B19A1D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8C01E47-9356-2D1B-91DC-22D15CF10401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45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5611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sort the array elements in ascending order.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5781B-A7F6-581F-852F-184C8FDB7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02AC8-F760-E7D3-E9DD-6226D422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C5E0A20-DD23-9015-B634-24FEFE01AD7D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46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0702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sort the array elements in descending order.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05E2E-5290-8F03-1748-0AC87D89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33589-4DD3-D30C-6C6C-AF4CD515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828A958-6B47-F75B-8E4B-5A9BD030CF5C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47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1612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first half of the array elements in ascending order and second half of the elements in descending order.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/p: 	[25, 34, 12, 45, 23, 28]</a:t>
            </a:r>
          </a:p>
          <a:p>
            <a:pPr marL="0" indent="0">
              <a:buNone/>
            </a:pPr>
            <a:r>
              <a:rPr lang="en-US" dirty="0"/>
              <a:t>o/p: 	[12, 25, 34, 45, 28, 23]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DE87A-47B4-8513-AF6D-B0B59782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0EC2B-664B-7B6B-395E-EEA96105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EB1FC06-619D-11A0-0F10-05B29F0ABDB6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48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514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first half of the array in ascending order and second half in descending order.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/p: 	[25, 34, 12, 45, 23, 28]</a:t>
            </a:r>
          </a:p>
          <a:p>
            <a:pPr marL="0" indent="0">
              <a:buNone/>
            </a:pPr>
            <a:r>
              <a:rPr lang="en-US" dirty="0"/>
              <a:t>o/p: 	[12, 23, 25, 45, 34, 28]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7FB62-5CA6-3192-4365-03AB5D7E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91630-2F0C-EFA8-9504-E81806B67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FC600FE-9C02-2903-0A6E-48ED130D2B12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49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5139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print true if elements of an array are same when it is read from front or from back otherwise print false.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/p: [12, 23, 15, 15, 23, 12]</a:t>
            </a:r>
          </a:p>
          <a:p>
            <a:pPr marL="0" indent="0">
              <a:buNone/>
            </a:pPr>
            <a:r>
              <a:rPr lang="en-US" dirty="0"/>
              <a:t>o/p: true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FAE3B-BD5E-E80C-1C8B-F9A11C9F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1A3F7-6AD3-EB15-52E5-0C176808D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2292189-2CC4-48DF-82BA-A2C54A213AD6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50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4530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find missing element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/p: [7, 4,3, 5, 1, 6]</a:t>
            </a:r>
          </a:p>
          <a:p>
            <a:pPr marL="0" indent="0">
              <a:buNone/>
            </a:pPr>
            <a:r>
              <a:rPr lang="en-US" dirty="0"/>
              <a:t>o/p: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29686-01C1-5E70-F7AD-511C9058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2E86B-35D3-FB91-7087-BFE535FB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D9C6663-9029-AD61-9713-96BAD0EEC10F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51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7513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check if an array is strictly increasing.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/p: [2, 3, 7, 8, 9]</a:t>
            </a:r>
          </a:p>
          <a:p>
            <a:pPr marL="0" indent="0">
              <a:buNone/>
            </a:pPr>
            <a:r>
              <a:rPr lang="en-US" dirty="0"/>
              <a:t>o/p: Array is strictly increasing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B906A2-BA3F-0105-2B6F-A9CA7AD4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91100-22B4-DF0E-2F8F-B632F713D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11EC571-8DE5-A02B-05A5-CACCA38C47CE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52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1534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WAJP to check whether a given array is in sorted order or not.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D63CA-4ACB-79FA-4547-C9216AFF7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1CB13-7D44-543F-CFD8-EE3DA76B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A6E42D3-3152-0FB5-16AE-98DAD15AB6E4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53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9381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FF00"/>
                </a:solidFill>
              </a:rPr>
              <a:t>https://www.hackerrank.com/challenges/migratory-birds/problem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FA603-0253-8757-7AEF-8D24E35B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2276F-A878-E730-DB7D-B14286C4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89C255B-50CF-D1AC-C304-4E62E7FC210F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54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3495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implement binary search algorithm.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72F5D-F9A0-4C1E-9A7A-CC174CDD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FDD7D-273C-87BB-86B4-86B64A2C7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3E494AC-76C4-308C-7D2C-657C7B6DFD17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55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8344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https://leetcode.com/problems/first-missing-positive/description/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72F5D-F9A0-4C1E-9A7A-CC174CDD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FDD7D-273C-87BB-86B4-86B64A2C7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3E494AC-76C4-308C-7D2C-657C7B6DFD17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56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6950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https://leetcode.com/problems/remove-duplicates-from-sorted-array/description/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72F5D-F9A0-4C1E-9A7A-CC174CDD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FDD7D-273C-87BB-86B4-86B64A2C7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3E494AC-76C4-308C-7D2C-657C7B6DFD17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57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0334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https://leetcode.com/problems/count-primes/description/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72F5D-F9A0-4C1E-9A7A-CC174CDD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FDD7D-273C-87BB-86B4-86B64A2C7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3E494AC-76C4-308C-7D2C-657C7B6DFD17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58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6467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Array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https://leetcode.com/problems/third-maximum-number/description/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72F5D-F9A0-4C1E-9A7A-CC174CDD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FDD7D-273C-87BB-86B4-86B64A2C7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3E494AC-76C4-308C-7D2C-657C7B6DFD17}"/>
              </a:ext>
            </a:extLst>
          </p:cNvPr>
          <p:cNvSpPr txBox="1">
            <a:spLocks/>
          </p:cNvSpPr>
          <p:nvPr/>
        </p:nvSpPr>
        <p:spPr>
          <a:xfrm>
            <a:off x="228600" y="1828800"/>
            <a:ext cx="1676400" cy="1143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59</a:t>
            </a:fld>
            <a:endParaRPr 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488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1613</Words>
  <Application>Microsoft Office PowerPoint</Application>
  <PresentationFormat>On-screen Show (4:3)</PresentationFormat>
  <Paragraphs>401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  <vt:lpstr>Array based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Qspiders</dc:creator>
  <cp:lastModifiedBy>Shambhu Kumar</cp:lastModifiedBy>
  <cp:revision>9</cp:revision>
  <dcterms:created xsi:type="dcterms:W3CDTF">2006-08-16T00:00:00Z</dcterms:created>
  <dcterms:modified xsi:type="dcterms:W3CDTF">2024-11-26T17:15:34Z</dcterms:modified>
</cp:coreProperties>
</file>